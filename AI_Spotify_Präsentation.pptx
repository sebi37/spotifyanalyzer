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41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82C39-EA63-4CE0-92DC-6B1307F8C0C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C3E1D1-B8CC-48E6-B4D2-93C0BFE78885}">
      <dgm:prSet/>
      <dgm:spPr/>
      <dgm:t>
        <a:bodyPr/>
        <a:lstStyle/>
        <a:p>
          <a:r>
            <a:rPr lang="de-DE" b="0" i="0" baseline="0"/>
            <a:t>Algorithmus: </a:t>
          </a:r>
          <a:r>
            <a:rPr lang="de-DE" b="1" i="0" baseline="0"/>
            <a:t>RandomForestClassifier</a:t>
          </a:r>
          <a:endParaRPr lang="en-US"/>
        </a:p>
      </dgm:t>
    </dgm:pt>
    <dgm:pt modelId="{D95B76C2-DC17-49E8-A8FD-765918EEE4E2}" type="parTrans" cxnId="{A43A61D2-6C7F-44BF-85BF-31755B0558C4}">
      <dgm:prSet/>
      <dgm:spPr/>
      <dgm:t>
        <a:bodyPr/>
        <a:lstStyle/>
        <a:p>
          <a:endParaRPr lang="en-US"/>
        </a:p>
      </dgm:t>
    </dgm:pt>
    <dgm:pt modelId="{88085F2E-B4F7-4583-A551-3B8FE44405A7}" type="sibTrans" cxnId="{A43A61D2-6C7F-44BF-85BF-31755B0558C4}">
      <dgm:prSet/>
      <dgm:spPr/>
      <dgm:t>
        <a:bodyPr/>
        <a:lstStyle/>
        <a:p>
          <a:endParaRPr lang="en-US"/>
        </a:p>
      </dgm:t>
    </dgm:pt>
    <dgm:pt modelId="{797204A6-81EA-432B-88D7-299F71E90042}">
      <dgm:prSet/>
      <dgm:spPr/>
      <dgm:t>
        <a:bodyPr/>
        <a:lstStyle/>
        <a:p>
          <a:r>
            <a:rPr lang="de-DE" b="0" i="0" baseline="0"/>
            <a:t>Eingabedaten: numerische Audio-Features aus dem Spotify-Datensatz</a:t>
          </a:r>
          <a:endParaRPr lang="en-US"/>
        </a:p>
      </dgm:t>
    </dgm:pt>
    <dgm:pt modelId="{7AB45648-E3F3-43A7-A699-2C9D33224FF7}" type="parTrans" cxnId="{722D4D04-F590-4E24-866D-E59F9CB869AF}">
      <dgm:prSet/>
      <dgm:spPr/>
      <dgm:t>
        <a:bodyPr/>
        <a:lstStyle/>
        <a:p>
          <a:endParaRPr lang="en-US"/>
        </a:p>
      </dgm:t>
    </dgm:pt>
    <dgm:pt modelId="{A4C5B46D-881D-4C40-9CB3-B9166043596B}" type="sibTrans" cxnId="{722D4D04-F590-4E24-866D-E59F9CB869AF}">
      <dgm:prSet/>
      <dgm:spPr/>
      <dgm:t>
        <a:bodyPr/>
        <a:lstStyle/>
        <a:p>
          <a:endParaRPr lang="en-US"/>
        </a:p>
      </dgm:t>
    </dgm:pt>
    <dgm:pt modelId="{739364A5-A466-4B35-A385-0D343C6F84DF}">
      <dgm:prSet/>
      <dgm:spPr/>
      <dgm:t>
        <a:bodyPr/>
        <a:lstStyle/>
        <a:p>
          <a:r>
            <a:rPr lang="de-DE" b="0" i="0" baseline="0"/>
            <a:t>Reduktion auf die 15 häufigsten Genres zur besseren Trennbarkeit</a:t>
          </a:r>
          <a:endParaRPr lang="en-US"/>
        </a:p>
      </dgm:t>
    </dgm:pt>
    <dgm:pt modelId="{1FC8A39F-AD4A-4707-9AC8-75B100FF46CB}" type="parTrans" cxnId="{5E2C7F4E-5FFD-4126-86DA-2DBA9C177258}">
      <dgm:prSet/>
      <dgm:spPr/>
      <dgm:t>
        <a:bodyPr/>
        <a:lstStyle/>
        <a:p>
          <a:endParaRPr lang="en-US"/>
        </a:p>
      </dgm:t>
    </dgm:pt>
    <dgm:pt modelId="{3995BAB9-2EF0-4B67-8E88-B371F9467248}" type="sibTrans" cxnId="{5E2C7F4E-5FFD-4126-86DA-2DBA9C177258}">
      <dgm:prSet/>
      <dgm:spPr/>
      <dgm:t>
        <a:bodyPr/>
        <a:lstStyle/>
        <a:p>
          <a:endParaRPr lang="en-US"/>
        </a:p>
      </dgm:t>
    </dgm:pt>
    <dgm:pt modelId="{82077F6B-9BFA-493C-976F-56F761103D25}">
      <dgm:prSet/>
      <dgm:spPr/>
      <dgm:t>
        <a:bodyPr/>
        <a:lstStyle/>
        <a:p>
          <a:r>
            <a:rPr lang="de-DE" b="0" i="0" baseline="0"/>
            <a:t>Trainings- und Testdaten im Verhältnis 80/20 aufgeteilt</a:t>
          </a:r>
          <a:endParaRPr lang="en-US"/>
        </a:p>
      </dgm:t>
    </dgm:pt>
    <dgm:pt modelId="{E26F9A23-17B2-4390-8B8F-B5CAF251896D}" type="parTrans" cxnId="{24219FB2-D3A7-4A3E-A2EB-A816E93D62BC}">
      <dgm:prSet/>
      <dgm:spPr/>
      <dgm:t>
        <a:bodyPr/>
        <a:lstStyle/>
        <a:p>
          <a:endParaRPr lang="en-US"/>
        </a:p>
      </dgm:t>
    </dgm:pt>
    <dgm:pt modelId="{214778F7-7C68-4743-BB07-885C48CD4B18}" type="sibTrans" cxnId="{24219FB2-D3A7-4A3E-A2EB-A816E93D62BC}">
      <dgm:prSet/>
      <dgm:spPr/>
      <dgm:t>
        <a:bodyPr/>
        <a:lstStyle/>
        <a:p>
          <a:endParaRPr lang="en-US"/>
        </a:p>
      </dgm:t>
    </dgm:pt>
    <dgm:pt modelId="{BC5E2EC5-521F-4E1E-B6C5-4BFF9DC20F13}">
      <dgm:prSet/>
      <dgm:spPr/>
      <dgm:t>
        <a:bodyPr/>
        <a:lstStyle/>
        <a:p>
          <a:r>
            <a:rPr lang="de-DE" b="0" i="0" baseline="0"/>
            <a:t>Ziel: Vorhersage des Genres eines Songs basierend auf Audio-Features</a:t>
          </a:r>
          <a:endParaRPr lang="en-US"/>
        </a:p>
      </dgm:t>
    </dgm:pt>
    <dgm:pt modelId="{D3A9A59B-32E3-4727-BE6C-F83E39C4C0B3}" type="parTrans" cxnId="{7344A14D-814F-484B-B891-467687BA5D31}">
      <dgm:prSet/>
      <dgm:spPr/>
      <dgm:t>
        <a:bodyPr/>
        <a:lstStyle/>
        <a:p>
          <a:endParaRPr lang="en-US"/>
        </a:p>
      </dgm:t>
    </dgm:pt>
    <dgm:pt modelId="{821DAB80-E942-45F3-868F-B361CF8419CD}" type="sibTrans" cxnId="{7344A14D-814F-484B-B891-467687BA5D31}">
      <dgm:prSet/>
      <dgm:spPr/>
      <dgm:t>
        <a:bodyPr/>
        <a:lstStyle/>
        <a:p>
          <a:endParaRPr lang="en-US"/>
        </a:p>
      </dgm:t>
    </dgm:pt>
    <dgm:pt modelId="{ABF10AEE-02A4-4095-BD74-ECEB65D6351A}" type="pres">
      <dgm:prSet presAssocID="{FC482C39-EA63-4CE0-92DC-6B1307F8C0CD}" presName="outerComposite" presStyleCnt="0">
        <dgm:presLayoutVars>
          <dgm:chMax val="5"/>
          <dgm:dir/>
          <dgm:resizeHandles val="exact"/>
        </dgm:presLayoutVars>
      </dgm:prSet>
      <dgm:spPr/>
    </dgm:pt>
    <dgm:pt modelId="{486DA327-0C4E-4799-BA23-5FFC0BC1F351}" type="pres">
      <dgm:prSet presAssocID="{FC482C39-EA63-4CE0-92DC-6B1307F8C0CD}" presName="dummyMaxCanvas" presStyleCnt="0">
        <dgm:presLayoutVars/>
      </dgm:prSet>
      <dgm:spPr/>
    </dgm:pt>
    <dgm:pt modelId="{9F7EBA7E-2520-4863-8105-51972D4B17E6}" type="pres">
      <dgm:prSet presAssocID="{FC482C39-EA63-4CE0-92DC-6B1307F8C0CD}" presName="FiveNodes_1" presStyleLbl="node1" presStyleIdx="0" presStyleCnt="5">
        <dgm:presLayoutVars>
          <dgm:bulletEnabled val="1"/>
        </dgm:presLayoutVars>
      </dgm:prSet>
      <dgm:spPr/>
    </dgm:pt>
    <dgm:pt modelId="{2881614D-E34C-40A5-84E3-097A45022CE0}" type="pres">
      <dgm:prSet presAssocID="{FC482C39-EA63-4CE0-92DC-6B1307F8C0CD}" presName="FiveNodes_2" presStyleLbl="node1" presStyleIdx="1" presStyleCnt="5">
        <dgm:presLayoutVars>
          <dgm:bulletEnabled val="1"/>
        </dgm:presLayoutVars>
      </dgm:prSet>
      <dgm:spPr/>
    </dgm:pt>
    <dgm:pt modelId="{C3999B86-092F-4260-BB6C-047B914A68C2}" type="pres">
      <dgm:prSet presAssocID="{FC482C39-EA63-4CE0-92DC-6B1307F8C0CD}" presName="FiveNodes_3" presStyleLbl="node1" presStyleIdx="2" presStyleCnt="5">
        <dgm:presLayoutVars>
          <dgm:bulletEnabled val="1"/>
        </dgm:presLayoutVars>
      </dgm:prSet>
      <dgm:spPr/>
    </dgm:pt>
    <dgm:pt modelId="{90324047-0E8F-46C0-9C5B-F3B87B2EBD1A}" type="pres">
      <dgm:prSet presAssocID="{FC482C39-EA63-4CE0-92DC-6B1307F8C0CD}" presName="FiveNodes_4" presStyleLbl="node1" presStyleIdx="3" presStyleCnt="5">
        <dgm:presLayoutVars>
          <dgm:bulletEnabled val="1"/>
        </dgm:presLayoutVars>
      </dgm:prSet>
      <dgm:spPr/>
    </dgm:pt>
    <dgm:pt modelId="{5C3D7AED-285D-4C82-BF27-0F4BC76A5D93}" type="pres">
      <dgm:prSet presAssocID="{FC482C39-EA63-4CE0-92DC-6B1307F8C0CD}" presName="FiveNodes_5" presStyleLbl="node1" presStyleIdx="4" presStyleCnt="5">
        <dgm:presLayoutVars>
          <dgm:bulletEnabled val="1"/>
        </dgm:presLayoutVars>
      </dgm:prSet>
      <dgm:spPr/>
    </dgm:pt>
    <dgm:pt modelId="{43BAED53-3932-4BBA-A97F-2BC15C57AA7D}" type="pres">
      <dgm:prSet presAssocID="{FC482C39-EA63-4CE0-92DC-6B1307F8C0CD}" presName="FiveConn_1-2" presStyleLbl="fgAccFollowNode1" presStyleIdx="0" presStyleCnt="4">
        <dgm:presLayoutVars>
          <dgm:bulletEnabled val="1"/>
        </dgm:presLayoutVars>
      </dgm:prSet>
      <dgm:spPr/>
    </dgm:pt>
    <dgm:pt modelId="{F5F0AC66-0984-4D63-95C2-114764E37311}" type="pres">
      <dgm:prSet presAssocID="{FC482C39-EA63-4CE0-92DC-6B1307F8C0CD}" presName="FiveConn_2-3" presStyleLbl="fgAccFollowNode1" presStyleIdx="1" presStyleCnt="4">
        <dgm:presLayoutVars>
          <dgm:bulletEnabled val="1"/>
        </dgm:presLayoutVars>
      </dgm:prSet>
      <dgm:spPr/>
    </dgm:pt>
    <dgm:pt modelId="{B11151D3-3F8B-44EA-AA1E-2A2D92A002D4}" type="pres">
      <dgm:prSet presAssocID="{FC482C39-EA63-4CE0-92DC-6B1307F8C0CD}" presName="FiveConn_3-4" presStyleLbl="fgAccFollowNode1" presStyleIdx="2" presStyleCnt="4">
        <dgm:presLayoutVars>
          <dgm:bulletEnabled val="1"/>
        </dgm:presLayoutVars>
      </dgm:prSet>
      <dgm:spPr/>
    </dgm:pt>
    <dgm:pt modelId="{DCCD40C3-A870-40A5-9BA2-B70838921232}" type="pres">
      <dgm:prSet presAssocID="{FC482C39-EA63-4CE0-92DC-6B1307F8C0CD}" presName="FiveConn_4-5" presStyleLbl="fgAccFollowNode1" presStyleIdx="3" presStyleCnt="4">
        <dgm:presLayoutVars>
          <dgm:bulletEnabled val="1"/>
        </dgm:presLayoutVars>
      </dgm:prSet>
      <dgm:spPr/>
    </dgm:pt>
    <dgm:pt modelId="{D3A5DC43-1836-4258-B568-EA5DFF9A27BA}" type="pres">
      <dgm:prSet presAssocID="{FC482C39-EA63-4CE0-92DC-6B1307F8C0CD}" presName="FiveNodes_1_text" presStyleLbl="node1" presStyleIdx="4" presStyleCnt="5">
        <dgm:presLayoutVars>
          <dgm:bulletEnabled val="1"/>
        </dgm:presLayoutVars>
      </dgm:prSet>
      <dgm:spPr/>
    </dgm:pt>
    <dgm:pt modelId="{5C87D04B-BF70-46A9-AEB6-C68327E56610}" type="pres">
      <dgm:prSet presAssocID="{FC482C39-EA63-4CE0-92DC-6B1307F8C0CD}" presName="FiveNodes_2_text" presStyleLbl="node1" presStyleIdx="4" presStyleCnt="5">
        <dgm:presLayoutVars>
          <dgm:bulletEnabled val="1"/>
        </dgm:presLayoutVars>
      </dgm:prSet>
      <dgm:spPr/>
    </dgm:pt>
    <dgm:pt modelId="{A3FB7754-F5E2-4A64-8694-0296B5A14531}" type="pres">
      <dgm:prSet presAssocID="{FC482C39-EA63-4CE0-92DC-6B1307F8C0CD}" presName="FiveNodes_3_text" presStyleLbl="node1" presStyleIdx="4" presStyleCnt="5">
        <dgm:presLayoutVars>
          <dgm:bulletEnabled val="1"/>
        </dgm:presLayoutVars>
      </dgm:prSet>
      <dgm:spPr/>
    </dgm:pt>
    <dgm:pt modelId="{C18E4537-57B9-4EF1-B449-F0A55D5A6A7C}" type="pres">
      <dgm:prSet presAssocID="{FC482C39-EA63-4CE0-92DC-6B1307F8C0CD}" presName="FiveNodes_4_text" presStyleLbl="node1" presStyleIdx="4" presStyleCnt="5">
        <dgm:presLayoutVars>
          <dgm:bulletEnabled val="1"/>
        </dgm:presLayoutVars>
      </dgm:prSet>
      <dgm:spPr/>
    </dgm:pt>
    <dgm:pt modelId="{D559E1CF-9088-4AB3-83DD-FC9FBEC2D1A0}" type="pres">
      <dgm:prSet presAssocID="{FC482C39-EA63-4CE0-92DC-6B1307F8C0C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C8FEC00-071E-459F-865B-786D12F7F6E3}" type="presOf" srcId="{3995BAB9-2EF0-4B67-8E88-B371F9467248}" destId="{B11151D3-3F8B-44EA-AA1E-2A2D92A002D4}" srcOrd="0" destOrd="0" presId="urn:microsoft.com/office/officeart/2005/8/layout/vProcess5"/>
    <dgm:cxn modelId="{722D4D04-F590-4E24-866D-E59F9CB869AF}" srcId="{FC482C39-EA63-4CE0-92DC-6B1307F8C0CD}" destId="{797204A6-81EA-432B-88D7-299F71E90042}" srcOrd="1" destOrd="0" parTransId="{7AB45648-E3F3-43A7-A699-2C9D33224FF7}" sibTransId="{A4C5B46D-881D-4C40-9CB3-B9166043596B}"/>
    <dgm:cxn modelId="{B1BD6714-DCAF-4636-9043-C48A63132809}" type="presOf" srcId="{82077F6B-9BFA-493C-976F-56F761103D25}" destId="{90324047-0E8F-46C0-9C5B-F3B87B2EBD1A}" srcOrd="0" destOrd="0" presId="urn:microsoft.com/office/officeart/2005/8/layout/vProcess5"/>
    <dgm:cxn modelId="{FAA5B817-04FF-4DCA-BE39-D35D98F2C0D8}" type="presOf" srcId="{739364A5-A466-4B35-A385-0D343C6F84DF}" destId="{A3FB7754-F5E2-4A64-8694-0296B5A14531}" srcOrd="1" destOrd="0" presId="urn:microsoft.com/office/officeart/2005/8/layout/vProcess5"/>
    <dgm:cxn modelId="{D29B8C22-0FD4-4715-9D4C-7A8CF934B7FC}" type="presOf" srcId="{BC5E2EC5-521F-4E1E-B6C5-4BFF9DC20F13}" destId="{5C3D7AED-285D-4C82-BF27-0F4BC76A5D93}" srcOrd="0" destOrd="0" presId="urn:microsoft.com/office/officeart/2005/8/layout/vProcess5"/>
    <dgm:cxn modelId="{4BA6B92F-A246-4525-90A6-A66B20AAD199}" type="presOf" srcId="{99C3E1D1-B8CC-48E6-B4D2-93C0BFE78885}" destId="{D3A5DC43-1836-4258-B568-EA5DFF9A27BA}" srcOrd="1" destOrd="0" presId="urn:microsoft.com/office/officeart/2005/8/layout/vProcess5"/>
    <dgm:cxn modelId="{6D10693C-4EF1-43FA-8CE1-F7439357F857}" type="presOf" srcId="{FC482C39-EA63-4CE0-92DC-6B1307F8C0CD}" destId="{ABF10AEE-02A4-4095-BD74-ECEB65D6351A}" srcOrd="0" destOrd="0" presId="urn:microsoft.com/office/officeart/2005/8/layout/vProcess5"/>
    <dgm:cxn modelId="{ED93583E-123C-4268-824F-3C1AB87565BC}" type="presOf" srcId="{A4C5B46D-881D-4C40-9CB3-B9166043596B}" destId="{F5F0AC66-0984-4D63-95C2-114764E37311}" srcOrd="0" destOrd="0" presId="urn:microsoft.com/office/officeart/2005/8/layout/vProcess5"/>
    <dgm:cxn modelId="{5A452444-C272-4E20-999D-709C9E8B60B6}" type="presOf" srcId="{99C3E1D1-B8CC-48E6-B4D2-93C0BFE78885}" destId="{9F7EBA7E-2520-4863-8105-51972D4B17E6}" srcOrd="0" destOrd="0" presId="urn:microsoft.com/office/officeart/2005/8/layout/vProcess5"/>
    <dgm:cxn modelId="{2DC3DD64-7A47-4889-857A-8ED17C43B7E0}" type="presOf" srcId="{739364A5-A466-4B35-A385-0D343C6F84DF}" destId="{C3999B86-092F-4260-BB6C-047B914A68C2}" srcOrd="0" destOrd="0" presId="urn:microsoft.com/office/officeart/2005/8/layout/vProcess5"/>
    <dgm:cxn modelId="{A75DD96A-378A-42ED-A944-88FF5B4C2083}" type="presOf" srcId="{214778F7-7C68-4743-BB07-885C48CD4B18}" destId="{DCCD40C3-A870-40A5-9BA2-B70838921232}" srcOrd="0" destOrd="0" presId="urn:microsoft.com/office/officeart/2005/8/layout/vProcess5"/>
    <dgm:cxn modelId="{7344A14D-814F-484B-B891-467687BA5D31}" srcId="{FC482C39-EA63-4CE0-92DC-6B1307F8C0CD}" destId="{BC5E2EC5-521F-4E1E-B6C5-4BFF9DC20F13}" srcOrd="4" destOrd="0" parTransId="{D3A9A59B-32E3-4727-BE6C-F83E39C4C0B3}" sibTransId="{821DAB80-E942-45F3-868F-B361CF8419CD}"/>
    <dgm:cxn modelId="{5E2C7F4E-5FFD-4126-86DA-2DBA9C177258}" srcId="{FC482C39-EA63-4CE0-92DC-6B1307F8C0CD}" destId="{739364A5-A466-4B35-A385-0D343C6F84DF}" srcOrd="2" destOrd="0" parTransId="{1FC8A39F-AD4A-4707-9AC8-75B100FF46CB}" sibTransId="{3995BAB9-2EF0-4B67-8E88-B371F9467248}"/>
    <dgm:cxn modelId="{69057A57-9AC8-4667-97CA-DD6085EEA60A}" type="presOf" srcId="{BC5E2EC5-521F-4E1E-B6C5-4BFF9DC20F13}" destId="{D559E1CF-9088-4AB3-83DD-FC9FBEC2D1A0}" srcOrd="1" destOrd="0" presId="urn:microsoft.com/office/officeart/2005/8/layout/vProcess5"/>
    <dgm:cxn modelId="{83F07F78-C48F-44F0-B820-B26416038996}" type="presOf" srcId="{797204A6-81EA-432B-88D7-299F71E90042}" destId="{5C87D04B-BF70-46A9-AEB6-C68327E56610}" srcOrd="1" destOrd="0" presId="urn:microsoft.com/office/officeart/2005/8/layout/vProcess5"/>
    <dgm:cxn modelId="{DB19F758-53F6-4877-AD40-16268957DDC8}" type="presOf" srcId="{82077F6B-9BFA-493C-976F-56F761103D25}" destId="{C18E4537-57B9-4EF1-B449-F0A55D5A6A7C}" srcOrd="1" destOrd="0" presId="urn:microsoft.com/office/officeart/2005/8/layout/vProcess5"/>
    <dgm:cxn modelId="{5956A187-07E5-44C0-8B37-F3C8D12F0E20}" type="presOf" srcId="{88085F2E-B4F7-4583-A551-3B8FE44405A7}" destId="{43BAED53-3932-4BBA-A97F-2BC15C57AA7D}" srcOrd="0" destOrd="0" presId="urn:microsoft.com/office/officeart/2005/8/layout/vProcess5"/>
    <dgm:cxn modelId="{EC1EAA96-AD30-4744-94C8-07B38C184E14}" type="presOf" srcId="{797204A6-81EA-432B-88D7-299F71E90042}" destId="{2881614D-E34C-40A5-84E3-097A45022CE0}" srcOrd="0" destOrd="0" presId="urn:microsoft.com/office/officeart/2005/8/layout/vProcess5"/>
    <dgm:cxn modelId="{24219FB2-D3A7-4A3E-A2EB-A816E93D62BC}" srcId="{FC482C39-EA63-4CE0-92DC-6B1307F8C0CD}" destId="{82077F6B-9BFA-493C-976F-56F761103D25}" srcOrd="3" destOrd="0" parTransId="{E26F9A23-17B2-4390-8B8F-B5CAF251896D}" sibTransId="{214778F7-7C68-4743-BB07-885C48CD4B18}"/>
    <dgm:cxn modelId="{A43A61D2-6C7F-44BF-85BF-31755B0558C4}" srcId="{FC482C39-EA63-4CE0-92DC-6B1307F8C0CD}" destId="{99C3E1D1-B8CC-48E6-B4D2-93C0BFE78885}" srcOrd="0" destOrd="0" parTransId="{D95B76C2-DC17-49E8-A8FD-765918EEE4E2}" sibTransId="{88085F2E-B4F7-4583-A551-3B8FE44405A7}"/>
    <dgm:cxn modelId="{9ADC0472-0D43-47DA-9036-24B8996B5194}" type="presParOf" srcId="{ABF10AEE-02A4-4095-BD74-ECEB65D6351A}" destId="{486DA327-0C4E-4799-BA23-5FFC0BC1F351}" srcOrd="0" destOrd="0" presId="urn:microsoft.com/office/officeart/2005/8/layout/vProcess5"/>
    <dgm:cxn modelId="{BB220D46-C4DB-4A17-92D8-7CC92B7D9603}" type="presParOf" srcId="{ABF10AEE-02A4-4095-BD74-ECEB65D6351A}" destId="{9F7EBA7E-2520-4863-8105-51972D4B17E6}" srcOrd="1" destOrd="0" presId="urn:microsoft.com/office/officeart/2005/8/layout/vProcess5"/>
    <dgm:cxn modelId="{B9562BA1-5065-44D8-951D-41E9364CE00F}" type="presParOf" srcId="{ABF10AEE-02A4-4095-BD74-ECEB65D6351A}" destId="{2881614D-E34C-40A5-84E3-097A45022CE0}" srcOrd="2" destOrd="0" presId="urn:microsoft.com/office/officeart/2005/8/layout/vProcess5"/>
    <dgm:cxn modelId="{758DD94A-EE76-4F00-B140-DFAC8A4B61A0}" type="presParOf" srcId="{ABF10AEE-02A4-4095-BD74-ECEB65D6351A}" destId="{C3999B86-092F-4260-BB6C-047B914A68C2}" srcOrd="3" destOrd="0" presId="urn:microsoft.com/office/officeart/2005/8/layout/vProcess5"/>
    <dgm:cxn modelId="{08833A64-B282-4A66-AE70-301967803827}" type="presParOf" srcId="{ABF10AEE-02A4-4095-BD74-ECEB65D6351A}" destId="{90324047-0E8F-46C0-9C5B-F3B87B2EBD1A}" srcOrd="4" destOrd="0" presId="urn:microsoft.com/office/officeart/2005/8/layout/vProcess5"/>
    <dgm:cxn modelId="{75181308-73F1-4F5C-B693-3FEF14C43734}" type="presParOf" srcId="{ABF10AEE-02A4-4095-BD74-ECEB65D6351A}" destId="{5C3D7AED-285D-4C82-BF27-0F4BC76A5D93}" srcOrd="5" destOrd="0" presId="urn:microsoft.com/office/officeart/2005/8/layout/vProcess5"/>
    <dgm:cxn modelId="{E83CD59F-100D-4474-9D25-BD859A692577}" type="presParOf" srcId="{ABF10AEE-02A4-4095-BD74-ECEB65D6351A}" destId="{43BAED53-3932-4BBA-A97F-2BC15C57AA7D}" srcOrd="6" destOrd="0" presId="urn:microsoft.com/office/officeart/2005/8/layout/vProcess5"/>
    <dgm:cxn modelId="{8DE00651-C55F-4EA1-BE8E-7F2E759FCB88}" type="presParOf" srcId="{ABF10AEE-02A4-4095-BD74-ECEB65D6351A}" destId="{F5F0AC66-0984-4D63-95C2-114764E37311}" srcOrd="7" destOrd="0" presId="urn:microsoft.com/office/officeart/2005/8/layout/vProcess5"/>
    <dgm:cxn modelId="{D87C7BB4-3FC3-4B9C-BE40-21E5A62153BA}" type="presParOf" srcId="{ABF10AEE-02A4-4095-BD74-ECEB65D6351A}" destId="{B11151D3-3F8B-44EA-AA1E-2A2D92A002D4}" srcOrd="8" destOrd="0" presId="urn:microsoft.com/office/officeart/2005/8/layout/vProcess5"/>
    <dgm:cxn modelId="{0771CBE7-58C3-4FFC-B8C3-810D7126CE98}" type="presParOf" srcId="{ABF10AEE-02A4-4095-BD74-ECEB65D6351A}" destId="{DCCD40C3-A870-40A5-9BA2-B70838921232}" srcOrd="9" destOrd="0" presId="urn:microsoft.com/office/officeart/2005/8/layout/vProcess5"/>
    <dgm:cxn modelId="{2DDC320B-1B66-441C-9E4A-51EAF5CD861B}" type="presParOf" srcId="{ABF10AEE-02A4-4095-BD74-ECEB65D6351A}" destId="{D3A5DC43-1836-4258-B568-EA5DFF9A27BA}" srcOrd="10" destOrd="0" presId="urn:microsoft.com/office/officeart/2005/8/layout/vProcess5"/>
    <dgm:cxn modelId="{B9D066A9-2A4A-4127-BA9D-274D9F1E4742}" type="presParOf" srcId="{ABF10AEE-02A4-4095-BD74-ECEB65D6351A}" destId="{5C87D04B-BF70-46A9-AEB6-C68327E56610}" srcOrd="11" destOrd="0" presId="urn:microsoft.com/office/officeart/2005/8/layout/vProcess5"/>
    <dgm:cxn modelId="{F01463D0-C355-43CD-A04D-639C7FB4296C}" type="presParOf" srcId="{ABF10AEE-02A4-4095-BD74-ECEB65D6351A}" destId="{A3FB7754-F5E2-4A64-8694-0296B5A14531}" srcOrd="12" destOrd="0" presId="urn:microsoft.com/office/officeart/2005/8/layout/vProcess5"/>
    <dgm:cxn modelId="{9CB7C3E1-4195-484C-9158-97A2789E1103}" type="presParOf" srcId="{ABF10AEE-02A4-4095-BD74-ECEB65D6351A}" destId="{C18E4537-57B9-4EF1-B449-F0A55D5A6A7C}" srcOrd="13" destOrd="0" presId="urn:microsoft.com/office/officeart/2005/8/layout/vProcess5"/>
    <dgm:cxn modelId="{8DCE3F9C-FD82-4548-A8D2-E8CCB2FC383A}" type="presParOf" srcId="{ABF10AEE-02A4-4095-BD74-ECEB65D6351A}" destId="{D559E1CF-9088-4AB3-83DD-FC9FBEC2D1A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36F1C-8824-4EAD-8740-D752B3F33A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F962E1-2535-414F-B602-6A24C159AB66}">
      <dgm:prSet/>
      <dgm:spPr/>
      <dgm:t>
        <a:bodyPr/>
        <a:lstStyle/>
        <a:p>
          <a:r>
            <a:rPr lang="de-DE" b="1" i="0" baseline="0"/>
            <a:t>Songlänge vs. Popularität:</a:t>
          </a:r>
          <a:endParaRPr lang="en-US"/>
        </a:p>
      </dgm:t>
    </dgm:pt>
    <dgm:pt modelId="{1F4C0D92-B635-42FC-9D9F-9D3C39A80451}" type="parTrans" cxnId="{C8B54F22-CB74-44BC-BBCB-686EBE2BCF25}">
      <dgm:prSet/>
      <dgm:spPr/>
      <dgm:t>
        <a:bodyPr/>
        <a:lstStyle/>
        <a:p>
          <a:endParaRPr lang="en-US"/>
        </a:p>
      </dgm:t>
    </dgm:pt>
    <dgm:pt modelId="{666FF609-518D-4EC6-9EB8-B0C777047BF9}" type="sibTrans" cxnId="{C8B54F22-CB74-44BC-BBCB-686EBE2BCF25}">
      <dgm:prSet/>
      <dgm:spPr/>
      <dgm:t>
        <a:bodyPr/>
        <a:lstStyle/>
        <a:p>
          <a:endParaRPr lang="en-US"/>
        </a:p>
      </dgm:t>
    </dgm:pt>
    <dgm:pt modelId="{44749E3E-213B-44D6-A479-D95EA4DBFC48}">
      <dgm:prSet/>
      <dgm:spPr/>
      <dgm:t>
        <a:bodyPr/>
        <a:lstStyle/>
        <a:p>
          <a:r>
            <a:rPr lang="de-DE" b="0" i="0" baseline="0"/>
            <a:t>Analyse der Beziehung zwischen Dauer eines Songs und seiner Beliebtheit</a:t>
          </a:r>
          <a:endParaRPr lang="en-US"/>
        </a:p>
      </dgm:t>
    </dgm:pt>
    <dgm:pt modelId="{66933C7B-30AF-4F3E-B36B-F3594BC35A0E}" type="parTrans" cxnId="{01DD0D91-1E19-4643-9AA1-ED01043A2967}">
      <dgm:prSet/>
      <dgm:spPr/>
      <dgm:t>
        <a:bodyPr/>
        <a:lstStyle/>
        <a:p>
          <a:endParaRPr lang="en-US"/>
        </a:p>
      </dgm:t>
    </dgm:pt>
    <dgm:pt modelId="{429C0CEF-85DD-4AB0-8196-67213466F0E4}" type="sibTrans" cxnId="{01DD0D91-1E19-4643-9AA1-ED01043A2967}">
      <dgm:prSet/>
      <dgm:spPr/>
      <dgm:t>
        <a:bodyPr/>
        <a:lstStyle/>
        <a:p>
          <a:endParaRPr lang="en-US"/>
        </a:p>
      </dgm:t>
    </dgm:pt>
    <dgm:pt modelId="{EBCAC4D0-F9EE-40B2-9285-502CC01C9FE6}">
      <dgm:prSet/>
      <dgm:spPr/>
      <dgm:t>
        <a:bodyPr/>
        <a:lstStyle/>
        <a:p>
          <a:r>
            <a:rPr lang="de-DE" b="0" i="0" baseline="0"/>
            <a:t>Ergebnis: geringe bis moderate Korrelation</a:t>
          </a:r>
          <a:endParaRPr lang="en-US"/>
        </a:p>
      </dgm:t>
    </dgm:pt>
    <dgm:pt modelId="{EA1D2257-D939-4AC7-9790-08B01C0036E9}" type="parTrans" cxnId="{2F40FAA9-9DCC-48DB-A85D-D1D407ED1868}">
      <dgm:prSet/>
      <dgm:spPr/>
      <dgm:t>
        <a:bodyPr/>
        <a:lstStyle/>
        <a:p>
          <a:endParaRPr lang="en-US"/>
        </a:p>
      </dgm:t>
    </dgm:pt>
    <dgm:pt modelId="{E5C36E61-94CD-46BA-B4A0-83F22001DCA6}" type="sibTrans" cxnId="{2F40FAA9-9DCC-48DB-A85D-D1D407ED1868}">
      <dgm:prSet/>
      <dgm:spPr/>
      <dgm:t>
        <a:bodyPr/>
        <a:lstStyle/>
        <a:p>
          <a:endParaRPr lang="en-US"/>
        </a:p>
      </dgm:t>
    </dgm:pt>
    <dgm:pt modelId="{DC6921E3-4843-47BC-867C-C80DB18D9DE1}">
      <dgm:prSet/>
      <dgm:spPr/>
      <dgm:t>
        <a:bodyPr/>
        <a:lstStyle/>
        <a:p>
          <a:r>
            <a:rPr lang="de-DE" b="1" i="0" baseline="0"/>
            <a:t>Energy vs. Tempo:</a:t>
          </a:r>
          <a:endParaRPr lang="en-US"/>
        </a:p>
      </dgm:t>
    </dgm:pt>
    <dgm:pt modelId="{1B5D8472-4AA4-4579-BE37-CDC6CA6BF49A}" type="parTrans" cxnId="{58D08BD6-EAE1-44B4-86D3-9A4DEEEAEDAE}">
      <dgm:prSet/>
      <dgm:spPr/>
      <dgm:t>
        <a:bodyPr/>
        <a:lstStyle/>
        <a:p>
          <a:endParaRPr lang="en-US"/>
        </a:p>
      </dgm:t>
    </dgm:pt>
    <dgm:pt modelId="{15CB023D-49DB-4142-BFCF-E2476820E9C8}" type="sibTrans" cxnId="{58D08BD6-EAE1-44B4-86D3-9A4DEEEAEDAE}">
      <dgm:prSet/>
      <dgm:spPr/>
      <dgm:t>
        <a:bodyPr/>
        <a:lstStyle/>
        <a:p>
          <a:endParaRPr lang="en-US"/>
        </a:p>
      </dgm:t>
    </dgm:pt>
    <dgm:pt modelId="{34569EDE-EA83-4A82-864B-F484458028BD}">
      <dgm:prSet/>
      <dgm:spPr/>
      <dgm:t>
        <a:bodyPr/>
        <a:lstStyle/>
        <a:p>
          <a:r>
            <a:rPr lang="de-DE" b="0" i="0" baseline="0"/>
            <a:t>Untersuchung des Zusammenhangs zwischen Energielevel und Geschwindigkeit</a:t>
          </a:r>
          <a:endParaRPr lang="en-US"/>
        </a:p>
      </dgm:t>
    </dgm:pt>
    <dgm:pt modelId="{15CE9CE2-2146-4028-A790-4F210F6D4AC4}" type="parTrans" cxnId="{1BA1A7B2-0BF3-4480-A7ED-330BA48118FA}">
      <dgm:prSet/>
      <dgm:spPr/>
      <dgm:t>
        <a:bodyPr/>
        <a:lstStyle/>
        <a:p>
          <a:endParaRPr lang="en-US"/>
        </a:p>
      </dgm:t>
    </dgm:pt>
    <dgm:pt modelId="{E49E8D2E-5B1B-44FC-862D-C541E2DAF187}" type="sibTrans" cxnId="{1BA1A7B2-0BF3-4480-A7ED-330BA48118FA}">
      <dgm:prSet/>
      <dgm:spPr/>
      <dgm:t>
        <a:bodyPr/>
        <a:lstStyle/>
        <a:p>
          <a:endParaRPr lang="en-US"/>
        </a:p>
      </dgm:t>
    </dgm:pt>
    <dgm:pt modelId="{13EE05BE-0283-40C0-A3E6-2AB3094EB9C2}">
      <dgm:prSet/>
      <dgm:spPr/>
      <dgm:t>
        <a:bodyPr/>
        <a:lstStyle/>
        <a:p>
          <a:r>
            <a:rPr lang="de-DE" b="0" i="0" baseline="0"/>
            <a:t>Ergebnis: positiver Zusammenhang bei bestimmten Genres</a:t>
          </a:r>
          <a:endParaRPr lang="en-US"/>
        </a:p>
      </dgm:t>
    </dgm:pt>
    <dgm:pt modelId="{BBB0AB67-C5F2-4060-9489-98DF9BA18F71}" type="parTrans" cxnId="{5F9C00D3-07B6-4520-9518-C0F1A9AD0D07}">
      <dgm:prSet/>
      <dgm:spPr/>
      <dgm:t>
        <a:bodyPr/>
        <a:lstStyle/>
        <a:p>
          <a:endParaRPr lang="en-US"/>
        </a:p>
      </dgm:t>
    </dgm:pt>
    <dgm:pt modelId="{8C5D7FB2-2358-4069-BEE3-48C5D2839EF4}" type="sibTrans" cxnId="{5F9C00D3-07B6-4520-9518-C0F1A9AD0D07}">
      <dgm:prSet/>
      <dgm:spPr/>
      <dgm:t>
        <a:bodyPr/>
        <a:lstStyle/>
        <a:p>
          <a:endParaRPr lang="en-US"/>
        </a:p>
      </dgm:t>
    </dgm:pt>
    <dgm:pt modelId="{76EB3406-E1C9-4BFD-8DD0-AEC025D6EF49}">
      <dgm:prSet/>
      <dgm:spPr/>
      <dgm:t>
        <a:bodyPr/>
        <a:lstStyle/>
        <a:p>
          <a:r>
            <a:rPr lang="de-DE" b="0" i="0" baseline="0"/>
            <a:t>Visualisierungen: Scatterplots und Korrelationsdiagramme</a:t>
          </a:r>
          <a:endParaRPr lang="en-US"/>
        </a:p>
      </dgm:t>
    </dgm:pt>
    <dgm:pt modelId="{89A37E4A-5E17-44FC-B0B7-FA343895DA7B}" type="parTrans" cxnId="{E8A155A7-6982-4650-BCD7-962FBBB84DCA}">
      <dgm:prSet/>
      <dgm:spPr/>
      <dgm:t>
        <a:bodyPr/>
        <a:lstStyle/>
        <a:p>
          <a:endParaRPr lang="en-US"/>
        </a:p>
      </dgm:t>
    </dgm:pt>
    <dgm:pt modelId="{E4AFFC99-9627-41C3-8C25-D83BC75516AF}" type="sibTrans" cxnId="{E8A155A7-6982-4650-BCD7-962FBBB84DCA}">
      <dgm:prSet/>
      <dgm:spPr/>
      <dgm:t>
        <a:bodyPr/>
        <a:lstStyle/>
        <a:p>
          <a:endParaRPr lang="en-US"/>
        </a:p>
      </dgm:t>
    </dgm:pt>
    <dgm:pt modelId="{E26F1DD4-5549-4EAD-B606-62DAC2413B95}" type="pres">
      <dgm:prSet presAssocID="{0F536F1C-8824-4EAD-8740-D752B3F33A67}" presName="linear" presStyleCnt="0">
        <dgm:presLayoutVars>
          <dgm:animLvl val="lvl"/>
          <dgm:resizeHandles val="exact"/>
        </dgm:presLayoutVars>
      </dgm:prSet>
      <dgm:spPr/>
    </dgm:pt>
    <dgm:pt modelId="{50AC40E6-D77A-4A46-B3D5-D5E89728F80D}" type="pres">
      <dgm:prSet presAssocID="{3DF962E1-2535-414F-B602-6A24C159AB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450CB6-7BFE-4CDE-8E2C-E99306FF1B20}" type="pres">
      <dgm:prSet presAssocID="{3DF962E1-2535-414F-B602-6A24C159AB66}" presName="childText" presStyleLbl="revTx" presStyleIdx="0" presStyleCnt="2">
        <dgm:presLayoutVars>
          <dgm:bulletEnabled val="1"/>
        </dgm:presLayoutVars>
      </dgm:prSet>
      <dgm:spPr/>
    </dgm:pt>
    <dgm:pt modelId="{570A0D10-1376-472F-BE00-F3D206D02ADA}" type="pres">
      <dgm:prSet presAssocID="{DC6921E3-4843-47BC-867C-C80DB18D9D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3A5CF2-434D-4135-88EE-10E14B9DF723}" type="pres">
      <dgm:prSet presAssocID="{DC6921E3-4843-47BC-867C-C80DB18D9DE1}" presName="childText" presStyleLbl="revTx" presStyleIdx="1" presStyleCnt="2">
        <dgm:presLayoutVars>
          <dgm:bulletEnabled val="1"/>
        </dgm:presLayoutVars>
      </dgm:prSet>
      <dgm:spPr/>
    </dgm:pt>
    <dgm:pt modelId="{E5CA7715-3850-4547-A495-7165D4C06E24}" type="pres">
      <dgm:prSet presAssocID="{76EB3406-E1C9-4BFD-8DD0-AEC025D6EF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A22F113-BBD2-43B4-9916-377FDB496C5F}" type="presOf" srcId="{13EE05BE-0283-40C0-A3E6-2AB3094EB9C2}" destId="{EC3A5CF2-434D-4135-88EE-10E14B9DF723}" srcOrd="0" destOrd="1" presId="urn:microsoft.com/office/officeart/2005/8/layout/vList2"/>
    <dgm:cxn modelId="{C8B54F22-CB74-44BC-BBCB-686EBE2BCF25}" srcId="{0F536F1C-8824-4EAD-8740-D752B3F33A67}" destId="{3DF962E1-2535-414F-B602-6A24C159AB66}" srcOrd="0" destOrd="0" parTransId="{1F4C0D92-B635-42FC-9D9F-9D3C39A80451}" sibTransId="{666FF609-518D-4EC6-9EB8-B0C777047BF9}"/>
    <dgm:cxn modelId="{3803003E-E074-4398-AA50-6F5648EAE90B}" type="presOf" srcId="{EBCAC4D0-F9EE-40B2-9285-502CC01C9FE6}" destId="{67450CB6-7BFE-4CDE-8E2C-E99306FF1B20}" srcOrd="0" destOrd="1" presId="urn:microsoft.com/office/officeart/2005/8/layout/vList2"/>
    <dgm:cxn modelId="{714FA48E-4C44-4E62-8F8D-C0EA59D8ADA0}" type="presOf" srcId="{0F536F1C-8824-4EAD-8740-D752B3F33A67}" destId="{E26F1DD4-5549-4EAD-B606-62DAC2413B95}" srcOrd="0" destOrd="0" presId="urn:microsoft.com/office/officeart/2005/8/layout/vList2"/>
    <dgm:cxn modelId="{01DD0D91-1E19-4643-9AA1-ED01043A2967}" srcId="{3DF962E1-2535-414F-B602-6A24C159AB66}" destId="{44749E3E-213B-44D6-A479-D95EA4DBFC48}" srcOrd="0" destOrd="0" parTransId="{66933C7B-30AF-4F3E-B36B-F3594BC35A0E}" sibTransId="{429C0CEF-85DD-4AB0-8196-67213466F0E4}"/>
    <dgm:cxn modelId="{DBF61E9D-8147-47B3-9D9E-D9C775229746}" type="presOf" srcId="{3DF962E1-2535-414F-B602-6A24C159AB66}" destId="{50AC40E6-D77A-4A46-B3D5-D5E89728F80D}" srcOrd="0" destOrd="0" presId="urn:microsoft.com/office/officeart/2005/8/layout/vList2"/>
    <dgm:cxn modelId="{5D6CE6A5-72D0-49EE-811D-C3CF873B227C}" type="presOf" srcId="{DC6921E3-4843-47BC-867C-C80DB18D9DE1}" destId="{570A0D10-1376-472F-BE00-F3D206D02ADA}" srcOrd="0" destOrd="0" presId="urn:microsoft.com/office/officeart/2005/8/layout/vList2"/>
    <dgm:cxn modelId="{E8A155A7-6982-4650-BCD7-962FBBB84DCA}" srcId="{0F536F1C-8824-4EAD-8740-D752B3F33A67}" destId="{76EB3406-E1C9-4BFD-8DD0-AEC025D6EF49}" srcOrd="2" destOrd="0" parTransId="{89A37E4A-5E17-44FC-B0B7-FA343895DA7B}" sibTransId="{E4AFFC99-9627-41C3-8C25-D83BC75516AF}"/>
    <dgm:cxn modelId="{2F40FAA9-9DCC-48DB-A85D-D1D407ED1868}" srcId="{3DF962E1-2535-414F-B602-6A24C159AB66}" destId="{EBCAC4D0-F9EE-40B2-9285-502CC01C9FE6}" srcOrd="1" destOrd="0" parTransId="{EA1D2257-D939-4AC7-9790-08B01C0036E9}" sibTransId="{E5C36E61-94CD-46BA-B4A0-83F22001DCA6}"/>
    <dgm:cxn modelId="{AA6B6CAD-A40C-43F5-8ECB-D612437F7B04}" type="presOf" srcId="{44749E3E-213B-44D6-A479-D95EA4DBFC48}" destId="{67450CB6-7BFE-4CDE-8E2C-E99306FF1B20}" srcOrd="0" destOrd="0" presId="urn:microsoft.com/office/officeart/2005/8/layout/vList2"/>
    <dgm:cxn modelId="{1BA1A7B2-0BF3-4480-A7ED-330BA48118FA}" srcId="{DC6921E3-4843-47BC-867C-C80DB18D9DE1}" destId="{34569EDE-EA83-4A82-864B-F484458028BD}" srcOrd="0" destOrd="0" parTransId="{15CE9CE2-2146-4028-A790-4F210F6D4AC4}" sibTransId="{E49E8D2E-5B1B-44FC-862D-C541E2DAF187}"/>
    <dgm:cxn modelId="{5F9C00D3-07B6-4520-9518-C0F1A9AD0D07}" srcId="{DC6921E3-4843-47BC-867C-C80DB18D9DE1}" destId="{13EE05BE-0283-40C0-A3E6-2AB3094EB9C2}" srcOrd="1" destOrd="0" parTransId="{BBB0AB67-C5F2-4060-9489-98DF9BA18F71}" sibTransId="{8C5D7FB2-2358-4069-BEE3-48C5D2839EF4}"/>
    <dgm:cxn modelId="{58D08BD6-EAE1-44B4-86D3-9A4DEEEAEDAE}" srcId="{0F536F1C-8824-4EAD-8740-D752B3F33A67}" destId="{DC6921E3-4843-47BC-867C-C80DB18D9DE1}" srcOrd="1" destOrd="0" parTransId="{1B5D8472-4AA4-4579-BE37-CDC6CA6BF49A}" sibTransId="{15CB023D-49DB-4142-BFCF-E2476820E9C8}"/>
    <dgm:cxn modelId="{8BA685DF-E696-4791-AE24-D813C69D9977}" type="presOf" srcId="{76EB3406-E1C9-4BFD-8DD0-AEC025D6EF49}" destId="{E5CA7715-3850-4547-A495-7165D4C06E24}" srcOrd="0" destOrd="0" presId="urn:microsoft.com/office/officeart/2005/8/layout/vList2"/>
    <dgm:cxn modelId="{AA182FF4-FDEF-4051-990B-031807CAA5EA}" type="presOf" srcId="{34569EDE-EA83-4A82-864B-F484458028BD}" destId="{EC3A5CF2-434D-4135-88EE-10E14B9DF723}" srcOrd="0" destOrd="0" presId="urn:microsoft.com/office/officeart/2005/8/layout/vList2"/>
    <dgm:cxn modelId="{F4670B0D-AC21-4D51-98B1-0364B7DD6403}" type="presParOf" srcId="{E26F1DD4-5549-4EAD-B606-62DAC2413B95}" destId="{50AC40E6-D77A-4A46-B3D5-D5E89728F80D}" srcOrd="0" destOrd="0" presId="urn:microsoft.com/office/officeart/2005/8/layout/vList2"/>
    <dgm:cxn modelId="{4738DFC4-5820-445E-9D10-494DD9FD7E96}" type="presParOf" srcId="{E26F1DD4-5549-4EAD-B606-62DAC2413B95}" destId="{67450CB6-7BFE-4CDE-8E2C-E99306FF1B20}" srcOrd="1" destOrd="0" presId="urn:microsoft.com/office/officeart/2005/8/layout/vList2"/>
    <dgm:cxn modelId="{AD68A49E-282D-4743-A8C0-B41E4642F9BB}" type="presParOf" srcId="{E26F1DD4-5549-4EAD-B606-62DAC2413B95}" destId="{570A0D10-1376-472F-BE00-F3D206D02ADA}" srcOrd="2" destOrd="0" presId="urn:microsoft.com/office/officeart/2005/8/layout/vList2"/>
    <dgm:cxn modelId="{A5A7019B-B424-4FD5-A7B4-C62E56584D91}" type="presParOf" srcId="{E26F1DD4-5549-4EAD-B606-62DAC2413B95}" destId="{EC3A5CF2-434D-4135-88EE-10E14B9DF723}" srcOrd="3" destOrd="0" presId="urn:microsoft.com/office/officeart/2005/8/layout/vList2"/>
    <dgm:cxn modelId="{2C1CCA4A-F51F-42A3-98FC-2AB4358CBC9A}" type="presParOf" srcId="{E26F1DD4-5549-4EAD-B606-62DAC2413B95}" destId="{E5CA7715-3850-4547-A495-7165D4C06E2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37E315-A2AE-42FA-B046-9BCBB18234A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91351E2-35CE-49C6-B8B7-95F2A7D23C17}">
      <dgm:prSet/>
      <dgm:spPr/>
      <dgm:t>
        <a:bodyPr/>
        <a:lstStyle/>
        <a:p>
          <a:r>
            <a:rPr lang="de-DE" b="1" i="0" baseline="0"/>
            <a:t>Stärken:</a:t>
          </a:r>
          <a:endParaRPr lang="en-US"/>
        </a:p>
      </dgm:t>
    </dgm:pt>
    <dgm:pt modelId="{2568E543-4C35-418A-BCB6-74660F7935ED}" type="parTrans" cxnId="{2E2CB1B3-5951-4543-AA06-11BD6C81EC8A}">
      <dgm:prSet/>
      <dgm:spPr/>
      <dgm:t>
        <a:bodyPr/>
        <a:lstStyle/>
        <a:p>
          <a:endParaRPr lang="en-US"/>
        </a:p>
      </dgm:t>
    </dgm:pt>
    <dgm:pt modelId="{EF16E95C-D8E6-4F55-88B6-92E49660777B}" type="sibTrans" cxnId="{2E2CB1B3-5951-4543-AA06-11BD6C81EC8A}">
      <dgm:prSet/>
      <dgm:spPr/>
      <dgm:t>
        <a:bodyPr/>
        <a:lstStyle/>
        <a:p>
          <a:endParaRPr lang="en-US"/>
        </a:p>
      </dgm:t>
    </dgm:pt>
    <dgm:pt modelId="{A212A6B6-EF1D-4B84-A2C2-152F9BFA76EF}">
      <dgm:prSet/>
      <dgm:spPr/>
      <dgm:t>
        <a:bodyPr/>
        <a:lstStyle/>
        <a:p>
          <a:r>
            <a:rPr lang="de-DE" b="0" i="0" baseline="0"/>
            <a:t>Kombination persönlicher Hördaten mit großem Spotify-Datensatz</a:t>
          </a:r>
          <a:endParaRPr lang="en-US"/>
        </a:p>
      </dgm:t>
    </dgm:pt>
    <dgm:pt modelId="{AC8DE858-CA94-4DDA-BA6E-74A28539BDC7}" type="parTrans" cxnId="{E5D7C9A1-2A1E-4D81-B29E-7CB6AD5B3FD3}">
      <dgm:prSet/>
      <dgm:spPr/>
      <dgm:t>
        <a:bodyPr/>
        <a:lstStyle/>
        <a:p>
          <a:endParaRPr lang="en-US"/>
        </a:p>
      </dgm:t>
    </dgm:pt>
    <dgm:pt modelId="{1ECA666B-DAAA-4C62-B64C-A5EE808A0FF1}" type="sibTrans" cxnId="{E5D7C9A1-2A1E-4D81-B29E-7CB6AD5B3FD3}">
      <dgm:prSet/>
      <dgm:spPr/>
      <dgm:t>
        <a:bodyPr/>
        <a:lstStyle/>
        <a:p>
          <a:endParaRPr lang="en-US"/>
        </a:p>
      </dgm:t>
    </dgm:pt>
    <dgm:pt modelId="{5ED2DA7E-0E03-4A5B-A5D4-D7C0A0D17FE0}">
      <dgm:prSet/>
      <dgm:spPr/>
      <dgm:t>
        <a:bodyPr/>
        <a:lstStyle/>
        <a:p>
          <a:r>
            <a:rPr lang="de-DE" b="0" i="0" baseline="0"/>
            <a:t>Vielfältige Audio-Features ermöglichen detaillierte Analysen</a:t>
          </a:r>
          <a:endParaRPr lang="en-US"/>
        </a:p>
      </dgm:t>
    </dgm:pt>
    <dgm:pt modelId="{DB2EA263-4290-48E9-9F76-91FDA86CE5D0}" type="parTrans" cxnId="{080C0A0E-E4DA-4BB3-8840-A64A40414934}">
      <dgm:prSet/>
      <dgm:spPr/>
      <dgm:t>
        <a:bodyPr/>
        <a:lstStyle/>
        <a:p>
          <a:endParaRPr lang="en-US"/>
        </a:p>
      </dgm:t>
    </dgm:pt>
    <dgm:pt modelId="{C29E53F9-BA75-4D80-A517-8DF49DE693AE}" type="sibTrans" cxnId="{080C0A0E-E4DA-4BB3-8840-A64A40414934}">
      <dgm:prSet/>
      <dgm:spPr/>
      <dgm:t>
        <a:bodyPr/>
        <a:lstStyle/>
        <a:p>
          <a:endParaRPr lang="en-US"/>
        </a:p>
      </dgm:t>
    </dgm:pt>
    <dgm:pt modelId="{9D14769F-8A78-49FD-BB6A-D9A3B705D9B3}">
      <dgm:prSet/>
      <dgm:spPr/>
      <dgm:t>
        <a:bodyPr/>
        <a:lstStyle/>
        <a:p>
          <a:r>
            <a:rPr lang="de-DE" b="0" i="0" baseline="0"/>
            <a:t>Verständliche Visualisierungen</a:t>
          </a:r>
          <a:endParaRPr lang="en-US"/>
        </a:p>
      </dgm:t>
    </dgm:pt>
    <dgm:pt modelId="{5BA1BA69-C2BA-4C64-BF45-0EFAFF97DBCB}" type="parTrans" cxnId="{E716B9B8-17BF-4042-A8C4-4674197E1507}">
      <dgm:prSet/>
      <dgm:spPr/>
      <dgm:t>
        <a:bodyPr/>
        <a:lstStyle/>
        <a:p>
          <a:endParaRPr lang="en-US"/>
        </a:p>
      </dgm:t>
    </dgm:pt>
    <dgm:pt modelId="{A45A925A-8843-4E45-9B32-A8D2C556C595}" type="sibTrans" cxnId="{E716B9B8-17BF-4042-A8C4-4674197E1507}">
      <dgm:prSet/>
      <dgm:spPr/>
      <dgm:t>
        <a:bodyPr/>
        <a:lstStyle/>
        <a:p>
          <a:endParaRPr lang="en-US"/>
        </a:p>
      </dgm:t>
    </dgm:pt>
    <dgm:pt modelId="{302A5C33-4C43-4F19-AEC9-215DDCCB6DF9}">
      <dgm:prSet/>
      <dgm:spPr/>
      <dgm:t>
        <a:bodyPr/>
        <a:lstStyle/>
        <a:p>
          <a:r>
            <a:rPr lang="de-DE" b="1" i="0" baseline="0"/>
            <a:t>Schwächen:</a:t>
          </a:r>
          <a:endParaRPr lang="en-US"/>
        </a:p>
      </dgm:t>
    </dgm:pt>
    <dgm:pt modelId="{C56D009A-4056-45DE-A237-14F198AA782F}" type="parTrans" cxnId="{4F4AB5E4-3886-4AFE-8DFE-A7E0A5B2459D}">
      <dgm:prSet/>
      <dgm:spPr/>
      <dgm:t>
        <a:bodyPr/>
        <a:lstStyle/>
        <a:p>
          <a:endParaRPr lang="en-US"/>
        </a:p>
      </dgm:t>
    </dgm:pt>
    <dgm:pt modelId="{43FFDB8D-CBC8-44EB-B5B7-03763A3D49EC}" type="sibTrans" cxnId="{4F4AB5E4-3886-4AFE-8DFE-A7E0A5B2459D}">
      <dgm:prSet/>
      <dgm:spPr/>
      <dgm:t>
        <a:bodyPr/>
        <a:lstStyle/>
        <a:p>
          <a:endParaRPr lang="en-US"/>
        </a:p>
      </dgm:t>
    </dgm:pt>
    <dgm:pt modelId="{B3A058E3-60D5-4055-A2F9-F0E84AF68642}">
      <dgm:prSet/>
      <dgm:spPr/>
      <dgm:t>
        <a:bodyPr/>
        <a:lstStyle/>
        <a:p>
          <a:r>
            <a:rPr lang="de-DE" b="0" i="0" baseline="0"/>
            <a:t>Überlappende Genres erschweren die Klassifikation</a:t>
          </a:r>
          <a:endParaRPr lang="en-US"/>
        </a:p>
      </dgm:t>
    </dgm:pt>
    <dgm:pt modelId="{15490A98-BF9E-4BF1-A08A-17DB10529B7E}" type="parTrans" cxnId="{E0207659-67AE-4C5A-BF1D-6886B5F822A8}">
      <dgm:prSet/>
      <dgm:spPr/>
      <dgm:t>
        <a:bodyPr/>
        <a:lstStyle/>
        <a:p>
          <a:endParaRPr lang="en-US"/>
        </a:p>
      </dgm:t>
    </dgm:pt>
    <dgm:pt modelId="{42595AE2-B528-4267-A686-9E91D4B8D135}" type="sibTrans" cxnId="{E0207659-67AE-4C5A-BF1D-6886B5F822A8}">
      <dgm:prSet/>
      <dgm:spPr/>
      <dgm:t>
        <a:bodyPr/>
        <a:lstStyle/>
        <a:p>
          <a:endParaRPr lang="en-US"/>
        </a:p>
      </dgm:t>
    </dgm:pt>
    <dgm:pt modelId="{4607A252-D6D2-461D-8AD5-6EBC2302DA3D}">
      <dgm:prSet/>
      <dgm:spPr/>
      <dgm:t>
        <a:bodyPr/>
        <a:lstStyle/>
        <a:p>
          <a:r>
            <a:rPr lang="de-DE" b="0" i="0" baseline="0"/>
            <a:t>Genauigkeit ausbaufähig</a:t>
          </a:r>
          <a:endParaRPr lang="en-US"/>
        </a:p>
      </dgm:t>
    </dgm:pt>
    <dgm:pt modelId="{62465239-B7A2-4B66-82F6-D901B8EA2583}" type="parTrans" cxnId="{D0828B75-AEF2-440B-8096-45FA40F00C5A}">
      <dgm:prSet/>
      <dgm:spPr/>
      <dgm:t>
        <a:bodyPr/>
        <a:lstStyle/>
        <a:p>
          <a:endParaRPr lang="en-US"/>
        </a:p>
      </dgm:t>
    </dgm:pt>
    <dgm:pt modelId="{8552D399-DAD8-4A53-BA63-CDA97F622EBC}" type="sibTrans" cxnId="{D0828B75-AEF2-440B-8096-45FA40F00C5A}">
      <dgm:prSet/>
      <dgm:spPr/>
      <dgm:t>
        <a:bodyPr/>
        <a:lstStyle/>
        <a:p>
          <a:endParaRPr lang="en-US"/>
        </a:p>
      </dgm:t>
    </dgm:pt>
    <dgm:pt modelId="{4F0673EF-7B65-4153-94E5-589BC62710D4}">
      <dgm:prSet/>
      <dgm:spPr/>
      <dgm:t>
        <a:bodyPr/>
        <a:lstStyle/>
        <a:p>
          <a:r>
            <a:rPr lang="de-DE" b="0" i="0" baseline="0"/>
            <a:t>Erkenntnisse:</a:t>
          </a:r>
          <a:endParaRPr lang="en-US"/>
        </a:p>
      </dgm:t>
    </dgm:pt>
    <dgm:pt modelId="{04BBC201-5305-431F-A609-3F1FF452B214}" type="parTrans" cxnId="{08E61F5E-B323-4327-85EA-C424310EACFE}">
      <dgm:prSet/>
      <dgm:spPr/>
      <dgm:t>
        <a:bodyPr/>
        <a:lstStyle/>
        <a:p>
          <a:endParaRPr lang="en-US"/>
        </a:p>
      </dgm:t>
    </dgm:pt>
    <dgm:pt modelId="{27BDBCF6-AE2E-4A3E-B8B6-25927B05545D}" type="sibTrans" cxnId="{08E61F5E-B323-4327-85EA-C424310EACFE}">
      <dgm:prSet/>
      <dgm:spPr/>
      <dgm:t>
        <a:bodyPr/>
        <a:lstStyle/>
        <a:p>
          <a:endParaRPr lang="en-US"/>
        </a:p>
      </dgm:t>
    </dgm:pt>
    <dgm:pt modelId="{DB57A144-01F2-4858-A401-A0A3728FC764}">
      <dgm:prSet/>
      <dgm:spPr/>
      <dgm:t>
        <a:bodyPr/>
        <a:lstStyle/>
        <a:p>
          <a:r>
            <a:rPr lang="de-DE" b="0" i="0" baseline="0"/>
            <a:t>Einige Genres lassen sich klar trennen</a:t>
          </a:r>
          <a:endParaRPr lang="en-US"/>
        </a:p>
      </dgm:t>
    </dgm:pt>
    <dgm:pt modelId="{38130899-861A-441E-87B4-3D946485CF05}" type="parTrans" cxnId="{78BF278E-79E4-453C-87D0-AFC54ED660F5}">
      <dgm:prSet/>
      <dgm:spPr/>
      <dgm:t>
        <a:bodyPr/>
        <a:lstStyle/>
        <a:p>
          <a:endParaRPr lang="en-US"/>
        </a:p>
      </dgm:t>
    </dgm:pt>
    <dgm:pt modelId="{7DAFED9F-6AED-4053-A4B8-0DFA8E7172FB}" type="sibTrans" cxnId="{78BF278E-79E4-453C-87D0-AFC54ED660F5}">
      <dgm:prSet/>
      <dgm:spPr/>
      <dgm:t>
        <a:bodyPr/>
        <a:lstStyle/>
        <a:p>
          <a:endParaRPr lang="en-US"/>
        </a:p>
      </dgm:t>
    </dgm:pt>
    <dgm:pt modelId="{BF416993-3F78-4837-8B0B-627E12E11EE1}">
      <dgm:prSet/>
      <dgm:spPr/>
      <dgm:t>
        <a:bodyPr/>
        <a:lstStyle/>
        <a:p>
          <a:r>
            <a:rPr lang="de-DE" b="0" i="0" baseline="0"/>
            <a:t>Bei ähnlichen Genres sind erweiterte Modelle sinnvoll</a:t>
          </a:r>
          <a:endParaRPr lang="en-US"/>
        </a:p>
      </dgm:t>
    </dgm:pt>
    <dgm:pt modelId="{454702B1-EDEF-498B-8A8C-4E7E9D297C00}" type="parTrans" cxnId="{352923FD-CA3F-4986-8593-1329C76BE81B}">
      <dgm:prSet/>
      <dgm:spPr/>
      <dgm:t>
        <a:bodyPr/>
        <a:lstStyle/>
        <a:p>
          <a:endParaRPr lang="en-US"/>
        </a:p>
      </dgm:t>
    </dgm:pt>
    <dgm:pt modelId="{7C96F6F0-F430-401E-9E3A-26A3DC0C3A55}" type="sibTrans" cxnId="{352923FD-CA3F-4986-8593-1329C76BE81B}">
      <dgm:prSet/>
      <dgm:spPr/>
      <dgm:t>
        <a:bodyPr/>
        <a:lstStyle/>
        <a:p>
          <a:endParaRPr lang="en-US"/>
        </a:p>
      </dgm:t>
    </dgm:pt>
    <dgm:pt modelId="{336EE84E-3D85-477D-82ED-539608E1E5E8}" type="pres">
      <dgm:prSet presAssocID="{2B37E315-A2AE-42FA-B046-9BCBB18234A0}" presName="Name0" presStyleCnt="0">
        <dgm:presLayoutVars>
          <dgm:dir/>
          <dgm:animLvl val="lvl"/>
          <dgm:resizeHandles val="exact"/>
        </dgm:presLayoutVars>
      </dgm:prSet>
      <dgm:spPr/>
    </dgm:pt>
    <dgm:pt modelId="{E738052E-EF7B-4099-A0AB-8BFB879F14D7}" type="pres">
      <dgm:prSet presAssocID="{691351E2-35CE-49C6-B8B7-95F2A7D23C17}" presName="linNode" presStyleCnt="0"/>
      <dgm:spPr/>
    </dgm:pt>
    <dgm:pt modelId="{ABF73940-466B-4698-9AB0-AB7290F93FCC}" type="pres">
      <dgm:prSet presAssocID="{691351E2-35CE-49C6-B8B7-95F2A7D23C17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765507CA-2BB1-4F94-92FB-726D4F236B93}" type="pres">
      <dgm:prSet presAssocID="{691351E2-35CE-49C6-B8B7-95F2A7D23C17}" presName="descendantText" presStyleLbl="alignAccFollowNode1" presStyleIdx="0" presStyleCnt="3">
        <dgm:presLayoutVars>
          <dgm:bulletEnabled/>
        </dgm:presLayoutVars>
      </dgm:prSet>
      <dgm:spPr/>
    </dgm:pt>
    <dgm:pt modelId="{B3F27ACA-3E17-42DE-90D2-5DB293857963}" type="pres">
      <dgm:prSet presAssocID="{EF16E95C-D8E6-4F55-88B6-92E49660777B}" presName="sp" presStyleCnt="0"/>
      <dgm:spPr/>
    </dgm:pt>
    <dgm:pt modelId="{2FC2F540-35A5-44CF-A8E1-7113A731ABC8}" type="pres">
      <dgm:prSet presAssocID="{302A5C33-4C43-4F19-AEC9-215DDCCB6DF9}" presName="linNode" presStyleCnt="0"/>
      <dgm:spPr/>
    </dgm:pt>
    <dgm:pt modelId="{E4D1D945-5387-498E-A51D-B1B8C006D834}" type="pres">
      <dgm:prSet presAssocID="{302A5C33-4C43-4F19-AEC9-215DDCCB6DF9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BC25DA43-A436-4A70-A37A-22F8483C6C89}" type="pres">
      <dgm:prSet presAssocID="{302A5C33-4C43-4F19-AEC9-215DDCCB6DF9}" presName="descendantText" presStyleLbl="alignAccFollowNode1" presStyleIdx="1" presStyleCnt="3">
        <dgm:presLayoutVars>
          <dgm:bulletEnabled/>
        </dgm:presLayoutVars>
      </dgm:prSet>
      <dgm:spPr/>
    </dgm:pt>
    <dgm:pt modelId="{02C61EA0-163B-4A9B-9D53-564FC3B26E80}" type="pres">
      <dgm:prSet presAssocID="{43FFDB8D-CBC8-44EB-B5B7-03763A3D49EC}" presName="sp" presStyleCnt="0"/>
      <dgm:spPr/>
    </dgm:pt>
    <dgm:pt modelId="{010493CA-B113-4EDC-870B-61170CC4F62D}" type="pres">
      <dgm:prSet presAssocID="{4F0673EF-7B65-4153-94E5-589BC62710D4}" presName="linNode" presStyleCnt="0"/>
      <dgm:spPr/>
    </dgm:pt>
    <dgm:pt modelId="{722E6FF5-FDD1-45BA-A775-E11F589916CC}" type="pres">
      <dgm:prSet presAssocID="{4F0673EF-7B65-4153-94E5-589BC62710D4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9AF50643-9C59-4E52-8D6A-A1453F8BE241}" type="pres">
      <dgm:prSet presAssocID="{4F0673EF-7B65-4153-94E5-589BC62710D4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5F343C0B-B3CE-4A33-86AC-66361340325A}" type="presOf" srcId="{302A5C33-4C43-4F19-AEC9-215DDCCB6DF9}" destId="{E4D1D945-5387-498E-A51D-B1B8C006D834}" srcOrd="0" destOrd="0" presId="urn:microsoft.com/office/officeart/2016/7/layout/VerticalSolidActionList"/>
    <dgm:cxn modelId="{080C0A0E-E4DA-4BB3-8840-A64A40414934}" srcId="{691351E2-35CE-49C6-B8B7-95F2A7D23C17}" destId="{5ED2DA7E-0E03-4A5B-A5D4-D7C0A0D17FE0}" srcOrd="1" destOrd="0" parTransId="{DB2EA263-4290-48E9-9F76-91FDA86CE5D0}" sibTransId="{C29E53F9-BA75-4D80-A517-8DF49DE693AE}"/>
    <dgm:cxn modelId="{08E61F5E-B323-4327-85EA-C424310EACFE}" srcId="{2B37E315-A2AE-42FA-B046-9BCBB18234A0}" destId="{4F0673EF-7B65-4153-94E5-589BC62710D4}" srcOrd="2" destOrd="0" parTransId="{04BBC201-5305-431F-A609-3F1FF452B214}" sibTransId="{27BDBCF6-AE2E-4A3E-B8B6-25927B05545D}"/>
    <dgm:cxn modelId="{34C16545-8B9A-40A8-85F1-15DF1B7A0B36}" type="presOf" srcId="{9D14769F-8A78-49FD-BB6A-D9A3B705D9B3}" destId="{765507CA-2BB1-4F94-92FB-726D4F236B93}" srcOrd="0" destOrd="2" presId="urn:microsoft.com/office/officeart/2016/7/layout/VerticalSolidActionList"/>
    <dgm:cxn modelId="{B1711969-9037-4645-AF10-7E8D8BA92F5C}" type="presOf" srcId="{BF416993-3F78-4837-8B0B-627E12E11EE1}" destId="{9AF50643-9C59-4E52-8D6A-A1453F8BE241}" srcOrd="0" destOrd="1" presId="urn:microsoft.com/office/officeart/2016/7/layout/VerticalSolidActionList"/>
    <dgm:cxn modelId="{9DAAA34B-0FAE-4151-9336-D9C187EA5C42}" type="presOf" srcId="{B3A058E3-60D5-4055-A2F9-F0E84AF68642}" destId="{BC25DA43-A436-4A70-A37A-22F8483C6C89}" srcOrd="0" destOrd="0" presId="urn:microsoft.com/office/officeart/2016/7/layout/VerticalSolidActionList"/>
    <dgm:cxn modelId="{D0828B75-AEF2-440B-8096-45FA40F00C5A}" srcId="{302A5C33-4C43-4F19-AEC9-215DDCCB6DF9}" destId="{4607A252-D6D2-461D-8AD5-6EBC2302DA3D}" srcOrd="1" destOrd="0" parTransId="{62465239-B7A2-4B66-82F6-D901B8EA2583}" sibTransId="{8552D399-DAD8-4A53-BA63-CDA97F622EBC}"/>
    <dgm:cxn modelId="{E0207659-67AE-4C5A-BF1D-6886B5F822A8}" srcId="{302A5C33-4C43-4F19-AEC9-215DDCCB6DF9}" destId="{B3A058E3-60D5-4055-A2F9-F0E84AF68642}" srcOrd="0" destOrd="0" parTransId="{15490A98-BF9E-4BF1-A08A-17DB10529B7E}" sibTransId="{42595AE2-B528-4267-A686-9E91D4B8D135}"/>
    <dgm:cxn modelId="{F0ADD18A-9C29-4A9F-AD6B-5F29CE5896F0}" type="presOf" srcId="{DB57A144-01F2-4858-A401-A0A3728FC764}" destId="{9AF50643-9C59-4E52-8D6A-A1453F8BE241}" srcOrd="0" destOrd="0" presId="urn:microsoft.com/office/officeart/2016/7/layout/VerticalSolidActionList"/>
    <dgm:cxn modelId="{78BF278E-79E4-453C-87D0-AFC54ED660F5}" srcId="{4F0673EF-7B65-4153-94E5-589BC62710D4}" destId="{DB57A144-01F2-4858-A401-A0A3728FC764}" srcOrd="0" destOrd="0" parTransId="{38130899-861A-441E-87B4-3D946485CF05}" sibTransId="{7DAFED9F-6AED-4053-A4B8-0DFA8E7172FB}"/>
    <dgm:cxn modelId="{E5D7C9A1-2A1E-4D81-B29E-7CB6AD5B3FD3}" srcId="{691351E2-35CE-49C6-B8B7-95F2A7D23C17}" destId="{A212A6B6-EF1D-4B84-A2C2-152F9BFA76EF}" srcOrd="0" destOrd="0" parTransId="{AC8DE858-CA94-4DDA-BA6E-74A28539BDC7}" sibTransId="{1ECA666B-DAAA-4C62-B64C-A5EE808A0FF1}"/>
    <dgm:cxn modelId="{2E2CB1B3-5951-4543-AA06-11BD6C81EC8A}" srcId="{2B37E315-A2AE-42FA-B046-9BCBB18234A0}" destId="{691351E2-35CE-49C6-B8B7-95F2A7D23C17}" srcOrd="0" destOrd="0" parTransId="{2568E543-4C35-418A-BCB6-74660F7935ED}" sibTransId="{EF16E95C-D8E6-4F55-88B6-92E49660777B}"/>
    <dgm:cxn modelId="{E716B9B8-17BF-4042-A8C4-4674197E1507}" srcId="{691351E2-35CE-49C6-B8B7-95F2A7D23C17}" destId="{9D14769F-8A78-49FD-BB6A-D9A3B705D9B3}" srcOrd="2" destOrd="0" parTransId="{5BA1BA69-C2BA-4C64-BF45-0EFAFF97DBCB}" sibTransId="{A45A925A-8843-4E45-9B32-A8D2C556C595}"/>
    <dgm:cxn modelId="{5A0340CB-1F11-41BB-9F3C-864154B5ADB6}" type="presOf" srcId="{A212A6B6-EF1D-4B84-A2C2-152F9BFA76EF}" destId="{765507CA-2BB1-4F94-92FB-726D4F236B93}" srcOrd="0" destOrd="0" presId="urn:microsoft.com/office/officeart/2016/7/layout/VerticalSolidActionList"/>
    <dgm:cxn modelId="{A7DE3BCD-2BFA-4C1E-B220-EFF7B97A5D1F}" type="presOf" srcId="{5ED2DA7E-0E03-4A5B-A5D4-D7C0A0D17FE0}" destId="{765507CA-2BB1-4F94-92FB-726D4F236B93}" srcOrd="0" destOrd="1" presId="urn:microsoft.com/office/officeart/2016/7/layout/VerticalSolidActionList"/>
    <dgm:cxn modelId="{7044BACE-B10E-48CC-9BC7-9D91D8E84D50}" type="presOf" srcId="{4F0673EF-7B65-4153-94E5-589BC62710D4}" destId="{722E6FF5-FDD1-45BA-A775-E11F589916CC}" srcOrd="0" destOrd="0" presId="urn:microsoft.com/office/officeart/2016/7/layout/VerticalSolidActionList"/>
    <dgm:cxn modelId="{4F4AB5E4-3886-4AFE-8DFE-A7E0A5B2459D}" srcId="{2B37E315-A2AE-42FA-B046-9BCBB18234A0}" destId="{302A5C33-4C43-4F19-AEC9-215DDCCB6DF9}" srcOrd="1" destOrd="0" parTransId="{C56D009A-4056-45DE-A237-14F198AA782F}" sibTransId="{43FFDB8D-CBC8-44EB-B5B7-03763A3D49EC}"/>
    <dgm:cxn modelId="{D849AEEC-4444-4E52-B8AB-B8D89DB53251}" type="presOf" srcId="{2B37E315-A2AE-42FA-B046-9BCBB18234A0}" destId="{336EE84E-3D85-477D-82ED-539608E1E5E8}" srcOrd="0" destOrd="0" presId="urn:microsoft.com/office/officeart/2016/7/layout/VerticalSolidActionList"/>
    <dgm:cxn modelId="{5A19EFEC-883D-456D-A543-BDCF2F3AAD08}" type="presOf" srcId="{691351E2-35CE-49C6-B8B7-95F2A7D23C17}" destId="{ABF73940-466B-4698-9AB0-AB7290F93FCC}" srcOrd="0" destOrd="0" presId="urn:microsoft.com/office/officeart/2016/7/layout/VerticalSolidActionList"/>
    <dgm:cxn modelId="{BE59E0FB-1B1F-4364-B6B1-1739E529FE1C}" type="presOf" srcId="{4607A252-D6D2-461D-8AD5-6EBC2302DA3D}" destId="{BC25DA43-A436-4A70-A37A-22F8483C6C89}" srcOrd="0" destOrd="1" presId="urn:microsoft.com/office/officeart/2016/7/layout/VerticalSolidActionList"/>
    <dgm:cxn modelId="{352923FD-CA3F-4986-8593-1329C76BE81B}" srcId="{4F0673EF-7B65-4153-94E5-589BC62710D4}" destId="{BF416993-3F78-4837-8B0B-627E12E11EE1}" srcOrd="1" destOrd="0" parTransId="{454702B1-EDEF-498B-8A8C-4E7E9D297C00}" sibTransId="{7C96F6F0-F430-401E-9E3A-26A3DC0C3A55}"/>
    <dgm:cxn modelId="{8A668A1F-9681-4E45-8FC7-8F168D8E8146}" type="presParOf" srcId="{336EE84E-3D85-477D-82ED-539608E1E5E8}" destId="{E738052E-EF7B-4099-A0AB-8BFB879F14D7}" srcOrd="0" destOrd="0" presId="urn:microsoft.com/office/officeart/2016/7/layout/VerticalSolidActionList"/>
    <dgm:cxn modelId="{E9BFC5E0-EB14-4E3E-BCC4-6A1AE6D12CA3}" type="presParOf" srcId="{E738052E-EF7B-4099-A0AB-8BFB879F14D7}" destId="{ABF73940-466B-4698-9AB0-AB7290F93FCC}" srcOrd="0" destOrd="0" presId="urn:microsoft.com/office/officeart/2016/7/layout/VerticalSolidActionList"/>
    <dgm:cxn modelId="{E8B5067D-AD07-492E-BAFD-5D73A2F0783D}" type="presParOf" srcId="{E738052E-EF7B-4099-A0AB-8BFB879F14D7}" destId="{765507CA-2BB1-4F94-92FB-726D4F236B93}" srcOrd="1" destOrd="0" presId="urn:microsoft.com/office/officeart/2016/7/layout/VerticalSolidActionList"/>
    <dgm:cxn modelId="{3EF144A8-4981-4790-898E-6E84A9888EE3}" type="presParOf" srcId="{336EE84E-3D85-477D-82ED-539608E1E5E8}" destId="{B3F27ACA-3E17-42DE-90D2-5DB293857963}" srcOrd="1" destOrd="0" presId="urn:microsoft.com/office/officeart/2016/7/layout/VerticalSolidActionList"/>
    <dgm:cxn modelId="{C2F4B5EB-8DF3-488C-ABE3-9DB31C012D04}" type="presParOf" srcId="{336EE84E-3D85-477D-82ED-539608E1E5E8}" destId="{2FC2F540-35A5-44CF-A8E1-7113A731ABC8}" srcOrd="2" destOrd="0" presId="urn:microsoft.com/office/officeart/2016/7/layout/VerticalSolidActionList"/>
    <dgm:cxn modelId="{3E8935B9-E48B-4B83-AE39-B47E2A3659D9}" type="presParOf" srcId="{2FC2F540-35A5-44CF-A8E1-7113A731ABC8}" destId="{E4D1D945-5387-498E-A51D-B1B8C006D834}" srcOrd="0" destOrd="0" presId="urn:microsoft.com/office/officeart/2016/7/layout/VerticalSolidActionList"/>
    <dgm:cxn modelId="{85163ACD-6FA5-4B67-A0BB-234F38080567}" type="presParOf" srcId="{2FC2F540-35A5-44CF-A8E1-7113A731ABC8}" destId="{BC25DA43-A436-4A70-A37A-22F8483C6C89}" srcOrd="1" destOrd="0" presId="urn:microsoft.com/office/officeart/2016/7/layout/VerticalSolidActionList"/>
    <dgm:cxn modelId="{ACD1AF67-8B47-4A45-8454-BCB22FD2B948}" type="presParOf" srcId="{336EE84E-3D85-477D-82ED-539608E1E5E8}" destId="{02C61EA0-163B-4A9B-9D53-564FC3B26E80}" srcOrd="3" destOrd="0" presId="urn:microsoft.com/office/officeart/2016/7/layout/VerticalSolidActionList"/>
    <dgm:cxn modelId="{8F91F5FE-F9BE-4621-BB39-F00B49655A0C}" type="presParOf" srcId="{336EE84E-3D85-477D-82ED-539608E1E5E8}" destId="{010493CA-B113-4EDC-870B-61170CC4F62D}" srcOrd="4" destOrd="0" presId="urn:microsoft.com/office/officeart/2016/7/layout/VerticalSolidActionList"/>
    <dgm:cxn modelId="{76303B2A-16DC-4EE4-B2D4-DE740F02C86E}" type="presParOf" srcId="{010493CA-B113-4EDC-870B-61170CC4F62D}" destId="{722E6FF5-FDD1-45BA-A775-E11F589916CC}" srcOrd="0" destOrd="0" presId="urn:microsoft.com/office/officeart/2016/7/layout/VerticalSolidActionList"/>
    <dgm:cxn modelId="{665A19E4-1DA9-4D66-BFC7-45B0EE567148}" type="presParOf" srcId="{010493CA-B113-4EDC-870B-61170CC4F62D}" destId="{9AF50643-9C59-4E52-8D6A-A1453F8BE24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170A38-C4E3-4FFA-BA43-CE620E3A914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6CF88F-F30F-4CDD-AF11-7341FDEDF70F}">
      <dgm:prSet/>
      <dgm:spPr/>
      <dgm:t>
        <a:bodyPr/>
        <a:lstStyle/>
        <a:p>
          <a:pPr>
            <a:defRPr b="1"/>
          </a:pPr>
          <a:r>
            <a:rPr lang="de-DE" b="1" i="0" baseline="0"/>
            <a:t>Fazit:</a:t>
          </a:r>
          <a:endParaRPr lang="en-US"/>
        </a:p>
      </dgm:t>
    </dgm:pt>
    <dgm:pt modelId="{49C0A634-4D49-466A-9653-112FEE5D75E3}" type="parTrans" cxnId="{EB4D079F-3129-4697-819F-408FFFFC4D88}">
      <dgm:prSet/>
      <dgm:spPr/>
      <dgm:t>
        <a:bodyPr/>
        <a:lstStyle/>
        <a:p>
          <a:endParaRPr lang="en-US"/>
        </a:p>
      </dgm:t>
    </dgm:pt>
    <dgm:pt modelId="{B0A237F0-4A3E-4D76-943D-03B9FB474275}" type="sibTrans" cxnId="{EB4D079F-3129-4697-819F-408FFFFC4D88}">
      <dgm:prSet/>
      <dgm:spPr/>
      <dgm:t>
        <a:bodyPr/>
        <a:lstStyle/>
        <a:p>
          <a:endParaRPr lang="en-US"/>
        </a:p>
      </dgm:t>
    </dgm:pt>
    <dgm:pt modelId="{FFBC336F-1CA4-4DC6-A2CB-31E39B52DBFD}">
      <dgm:prSet/>
      <dgm:spPr/>
      <dgm:t>
        <a:bodyPr/>
        <a:lstStyle/>
        <a:p>
          <a:r>
            <a:rPr lang="de-DE" b="0" i="0" baseline="0"/>
            <a:t>Genreklassifikation anhand von Audio-Features ist möglich</a:t>
          </a:r>
          <a:endParaRPr lang="en-US"/>
        </a:p>
      </dgm:t>
    </dgm:pt>
    <dgm:pt modelId="{2F90388C-1DFD-4217-8752-6D521C30817E}" type="parTrans" cxnId="{86CADDF1-F1AB-4C88-80E5-0DD56390EE46}">
      <dgm:prSet/>
      <dgm:spPr/>
      <dgm:t>
        <a:bodyPr/>
        <a:lstStyle/>
        <a:p>
          <a:endParaRPr lang="en-US"/>
        </a:p>
      </dgm:t>
    </dgm:pt>
    <dgm:pt modelId="{76106360-9505-4C26-9962-109C386EF14D}" type="sibTrans" cxnId="{86CADDF1-F1AB-4C88-80E5-0DD56390EE46}">
      <dgm:prSet/>
      <dgm:spPr/>
      <dgm:t>
        <a:bodyPr/>
        <a:lstStyle/>
        <a:p>
          <a:endParaRPr lang="en-US"/>
        </a:p>
      </dgm:t>
    </dgm:pt>
    <dgm:pt modelId="{7DB3F375-3C3B-41E2-B195-7A441F1C3D53}">
      <dgm:prSet/>
      <dgm:spPr/>
      <dgm:t>
        <a:bodyPr/>
        <a:lstStyle/>
        <a:p>
          <a:r>
            <a:rPr lang="de-DE" b="0" i="0" baseline="0"/>
            <a:t>Nutzerprofilanalyse bietet interessante Einblicke in Hörgewohnheiten</a:t>
          </a:r>
          <a:endParaRPr lang="en-US"/>
        </a:p>
      </dgm:t>
    </dgm:pt>
    <dgm:pt modelId="{701A5CC5-65A6-4152-AB85-C85405039461}" type="parTrans" cxnId="{11F3FD81-C3C9-4163-B801-0ABC08742EC8}">
      <dgm:prSet/>
      <dgm:spPr/>
      <dgm:t>
        <a:bodyPr/>
        <a:lstStyle/>
        <a:p>
          <a:endParaRPr lang="en-US"/>
        </a:p>
      </dgm:t>
    </dgm:pt>
    <dgm:pt modelId="{2312030F-87E6-457E-9050-4434E1037624}" type="sibTrans" cxnId="{11F3FD81-C3C9-4163-B801-0ABC08742EC8}">
      <dgm:prSet/>
      <dgm:spPr/>
      <dgm:t>
        <a:bodyPr/>
        <a:lstStyle/>
        <a:p>
          <a:endParaRPr lang="en-US"/>
        </a:p>
      </dgm:t>
    </dgm:pt>
    <dgm:pt modelId="{F4F3F8E0-9BE5-476B-BFDF-76756D1322EF}">
      <dgm:prSet/>
      <dgm:spPr/>
      <dgm:t>
        <a:bodyPr/>
        <a:lstStyle/>
        <a:p>
          <a:r>
            <a:rPr lang="de-DE" b="0" i="0" baseline="0"/>
            <a:t>Statistische Auswertungen zeigen Trends wie Songlänge oder Energy-Level</a:t>
          </a:r>
          <a:endParaRPr lang="en-US"/>
        </a:p>
      </dgm:t>
    </dgm:pt>
    <dgm:pt modelId="{DB52C394-F354-4B10-9EEF-7764D314B0A8}" type="parTrans" cxnId="{D5FDEB6F-B86E-4032-8BCC-89185B06A9C3}">
      <dgm:prSet/>
      <dgm:spPr/>
      <dgm:t>
        <a:bodyPr/>
        <a:lstStyle/>
        <a:p>
          <a:endParaRPr lang="en-US"/>
        </a:p>
      </dgm:t>
    </dgm:pt>
    <dgm:pt modelId="{A4A7BC25-B94B-4606-8791-10BF70824EB1}" type="sibTrans" cxnId="{D5FDEB6F-B86E-4032-8BCC-89185B06A9C3}">
      <dgm:prSet/>
      <dgm:spPr/>
      <dgm:t>
        <a:bodyPr/>
        <a:lstStyle/>
        <a:p>
          <a:endParaRPr lang="en-US"/>
        </a:p>
      </dgm:t>
    </dgm:pt>
    <dgm:pt modelId="{88EF9892-420E-478A-B584-BD2E28607E10}">
      <dgm:prSet/>
      <dgm:spPr/>
      <dgm:t>
        <a:bodyPr/>
        <a:lstStyle/>
        <a:p>
          <a:pPr>
            <a:defRPr b="1"/>
          </a:pPr>
          <a:r>
            <a:rPr lang="de-DE" b="1" i="0" baseline="0"/>
            <a:t>Ausblick:</a:t>
          </a:r>
          <a:endParaRPr lang="en-US"/>
        </a:p>
      </dgm:t>
    </dgm:pt>
    <dgm:pt modelId="{2DA2F16D-49AB-4B32-A343-41D1407453B1}" type="parTrans" cxnId="{E318E62A-EB43-4250-921C-0EDEFE68DD2A}">
      <dgm:prSet/>
      <dgm:spPr/>
      <dgm:t>
        <a:bodyPr/>
        <a:lstStyle/>
        <a:p>
          <a:endParaRPr lang="en-US"/>
        </a:p>
      </dgm:t>
    </dgm:pt>
    <dgm:pt modelId="{5DD0CA7B-5B69-41FD-9E79-77E834AD1FEC}" type="sibTrans" cxnId="{E318E62A-EB43-4250-921C-0EDEFE68DD2A}">
      <dgm:prSet/>
      <dgm:spPr/>
      <dgm:t>
        <a:bodyPr/>
        <a:lstStyle/>
        <a:p>
          <a:endParaRPr lang="en-US"/>
        </a:p>
      </dgm:t>
    </dgm:pt>
    <dgm:pt modelId="{49CEB0C1-F308-4E44-AD80-7C2FB4961041}">
      <dgm:prSet/>
      <dgm:spPr/>
      <dgm:t>
        <a:bodyPr/>
        <a:lstStyle/>
        <a:p>
          <a:r>
            <a:rPr lang="de-DE" b="0" i="0" baseline="0"/>
            <a:t>Einsatz komplexerer Modelle (z. B. neuronale Netze, XGBoost)</a:t>
          </a:r>
          <a:endParaRPr lang="en-US"/>
        </a:p>
      </dgm:t>
    </dgm:pt>
    <dgm:pt modelId="{7A5CEA93-32B8-4CB7-8C3A-FCAF642CDA3C}" type="parTrans" cxnId="{16493F7C-1315-4C99-955C-307A9A0FB08D}">
      <dgm:prSet/>
      <dgm:spPr/>
      <dgm:t>
        <a:bodyPr/>
        <a:lstStyle/>
        <a:p>
          <a:endParaRPr lang="en-US"/>
        </a:p>
      </dgm:t>
    </dgm:pt>
    <dgm:pt modelId="{352ACF71-C268-45F3-945D-337A283142A9}" type="sibTrans" cxnId="{16493F7C-1315-4C99-955C-307A9A0FB08D}">
      <dgm:prSet/>
      <dgm:spPr/>
      <dgm:t>
        <a:bodyPr/>
        <a:lstStyle/>
        <a:p>
          <a:endParaRPr lang="en-US"/>
        </a:p>
      </dgm:t>
    </dgm:pt>
    <dgm:pt modelId="{5E98FCAD-AB04-4C67-845B-5329D7833CC7}">
      <dgm:prSet/>
      <dgm:spPr/>
      <dgm:t>
        <a:bodyPr/>
        <a:lstStyle/>
        <a:p>
          <a:r>
            <a:rPr lang="de-DE" b="0" i="0" baseline="0"/>
            <a:t>Einbindung weiterer Datenquellen (z. B. Songtexte)</a:t>
          </a:r>
          <a:endParaRPr lang="en-US"/>
        </a:p>
      </dgm:t>
    </dgm:pt>
    <dgm:pt modelId="{2DB30EAD-2657-4AC4-8EC6-866C1EBE06F8}" type="parTrans" cxnId="{1F64873F-F2A3-4FC9-883D-C6B0315A8C8F}">
      <dgm:prSet/>
      <dgm:spPr/>
      <dgm:t>
        <a:bodyPr/>
        <a:lstStyle/>
        <a:p>
          <a:endParaRPr lang="en-US"/>
        </a:p>
      </dgm:t>
    </dgm:pt>
    <dgm:pt modelId="{ED0D895C-0240-4726-9390-B6E898F4C39C}" type="sibTrans" cxnId="{1F64873F-F2A3-4FC9-883D-C6B0315A8C8F}">
      <dgm:prSet/>
      <dgm:spPr/>
      <dgm:t>
        <a:bodyPr/>
        <a:lstStyle/>
        <a:p>
          <a:endParaRPr lang="en-US"/>
        </a:p>
      </dgm:t>
    </dgm:pt>
    <dgm:pt modelId="{B1EFD243-DAE3-445B-B7FD-07A1715E2A94}">
      <dgm:prSet/>
      <dgm:spPr/>
      <dgm:t>
        <a:bodyPr/>
        <a:lstStyle/>
        <a:p>
          <a:r>
            <a:rPr lang="de-DE" b="0" i="0" baseline="0"/>
            <a:t>Erweiterung der Nutzeranalyse um Zeitverläufe und Hörtrends</a:t>
          </a:r>
          <a:endParaRPr lang="en-US"/>
        </a:p>
      </dgm:t>
    </dgm:pt>
    <dgm:pt modelId="{5747E9F4-E20F-4410-8FA8-DE49C4E821A8}" type="parTrans" cxnId="{EF3C00B9-C62B-4754-A9D1-8B0A5E1A5B96}">
      <dgm:prSet/>
      <dgm:spPr/>
      <dgm:t>
        <a:bodyPr/>
        <a:lstStyle/>
        <a:p>
          <a:endParaRPr lang="en-US"/>
        </a:p>
      </dgm:t>
    </dgm:pt>
    <dgm:pt modelId="{DB9AA389-A50A-4F3E-ACA3-0D30A5C6390A}" type="sibTrans" cxnId="{EF3C00B9-C62B-4754-A9D1-8B0A5E1A5B96}">
      <dgm:prSet/>
      <dgm:spPr/>
      <dgm:t>
        <a:bodyPr/>
        <a:lstStyle/>
        <a:p>
          <a:endParaRPr lang="en-US"/>
        </a:p>
      </dgm:t>
    </dgm:pt>
    <dgm:pt modelId="{47916DFB-DB43-43EA-85BE-E100013530E8}" type="pres">
      <dgm:prSet presAssocID="{F1170A38-C4E3-4FFA-BA43-CE620E3A9149}" presName="root" presStyleCnt="0">
        <dgm:presLayoutVars>
          <dgm:dir/>
          <dgm:resizeHandles val="exact"/>
        </dgm:presLayoutVars>
      </dgm:prSet>
      <dgm:spPr/>
    </dgm:pt>
    <dgm:pt modelId="{7CFBD31A-9C4F-475C-9D87-B942989C805D}" type="pres">
      <dgm:prSet presAssocID="{2B6CF88F-F30F-4CDD-AF11-7341FDEDF70F}" presName="compNode" presStyleCnt="0"/>
      <dgm:spPr/>
    </dgm:pt>
    <dgm:pt modelId="{44742098-D8A1-461E-B8D7-73DB7E40FD4F}" type="pres">
      <dgm:prSet presAssocID="{2B6CF88F-F30F-4CDD-AF11-7341FDEDF7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en"/>
        </a:ext>
      </dgm:extLst>
    </dgm:pt>
    <dgm:pt modelId="{2DB6ADD5-4B8F-4ABF-AD8B-DBCF082459E1}" type="pres">
      <dgm:prSet presAssocID="{2B6CF88F-F30F-4CDD-AF11-7341FDEDF70F}" presName="iconSpace" presStyleCnt="0"/>
      <dgm:spPr/>
    </dgm:pt>
    <dgm:pt modelId="{AFDC5D53-BBB8-4398-ABE3-D2008894C865}" type="pres">
      <dgm:prSet presAssocID="{2B6CF88F-F30F-4CDD-AF11-7341FDEDF70F}" presName="parTx" presStyleLbl="revTx" presStyleIdx="0" presStyleCnt="4">
        <dgm:presLayoutVars>
          <dgm:chMax val="0"/>
          <dgm:chPref val="0"/>
        </dgm:presLayoutVars>
      </dgm:prSet>
      <dgm:spPr/>
    </dgm:pt>
    <dgm:pt modelId="{787FAA98-10F6-4030-8317-8CEB2AFC5DBB}" type="pres">
      <dgm:prSet presAssocID="{2B6CF88F-F30F-4CDD-AF11-7341FDEDF70F}" presName="txSpace" presStyleCnt="0"/>
      <dgm:spPr/>
    </dgm:pt>
    <dgm:pt modelId="{23554040-0D56-4C8A-ADC7-D71D6571E02E}" type="pres">
      <dgm:prSet presAssocID="{2B6CF88F-F30F-4CDD-AF11-7341FDEDF70F}" presName="desTx" presStyleLbl="revTx" presStyleIdx="1" presStyleCnt="4">
        <dgm:presLayoutVars/>
      </dgm:prSet>
      <dgm:spPr/>
    </dgm:pt>
    <dgm:pt modelId="{EE57CBF9-95F4-4D6D-87AD-B8D937259DEB}" type="pres">
      <dgm:prSet presAssocID="{B0A237F0-4A3E-4D76-943D-03B9FB474275}" presName="sibTrans" presStyleCnt="0"/>
      <dgm:spPr/>
    </dgm:pt>
    <dgm:pt modelId="{23F57D99-803C-48A9-8F78-7E01C6D78358}" type="pres">
      <dgm:prSet presAssocID="{88EF9892-420E-478A-B584-BD2E28607E10}" presName="compNode" presStyleCnt="0"/>
      <dgm:spPr/>
    </dgm:pt>
    <dgm:pt modelId="{DD594735-DF29-4E4C-9BBF-8E3E7BD8213E}" type="pres">
      <dgm:prSet presAssocID="{88EF9892-420E-478A-B584-BD2E28607E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zwerk"/>
        </a:ext>
      </dgm:extLst>
    </dgm:pt>
    <dgm:pt modelId="{6D97E6C7-DC6E-424F-92CA-9E8670A178B4}" type="pres">
      <dgm:prSet presAssocID="{88EF9892-420E-478A-B584-BD2E28607E10}" presName="iconSpace" presStyleCnt="0"/>
      <dgm:spPr/>
    </dgm:pt>
    <dgm:pt modelId="{E423D146-1B22-4B5E-8EB5-ADA190F6C9FA}" type="pres">
      <dgm:prSet presAssocID="{88EF9892-420E-478A-B584-BD2E28607E10}" presName="parTx" presStyleLbl="revTx" presStyleIdx="2" presStyleCnt="4">
        <dgm:presLayoutVars>
          <dgm:chMax val="0"/>
          <dgm:chPref val="0"/>
        </dgm:presLayoutVars>
      </dgm:prSet>
      <dgm:spPr/>
    </dgm:pt>
    <dgm:pt modelId="{CDD61242-A743-46B7-A825-16D076117D01}" type="pres">
      <dgm:prSet presAssocID="{88EF9892-420E-478A-B584-BD2E28607E10}" presName="txSpace" presStyleCnt="0"/>
      <dgm:spPr/>
    </dgm:pt>
    <dgm:pt modelId="{127FD469-6C91-4138-9B56-1298254FAFB9}" type="pres">
      <dgm:prSet presAssocID="{88EF9892-420E-478A-B584-BD2E28607E10}" presName="desTx" presStyleLbl="revTx" presStyleIdx="3" presStyleCnt="4">
        <dgm:presLayoutVars/>
      </dgm:prSet>
      <dgm:spPr/>
    </dgm:pt>
  </dgm:ptLst>
  <dgm:cxnLst>
    <dgm:cxn modelId="{9CCE8815-E2AE-4B78-B3C3-7034D6137368}" type="presOf" srcId="{5E98FCAD-AB04-4C67-845B-5329D7833CC7}" destId="{127FD469-6C91-4138-9B56-1298254FAFB9}" srcOrd="0" destOrd="1" presId="urn:microsoft.com/office/officeart/2018/5/layout/CenteredIconLabelDescriptionList"/>
    <dgm:cxn modelId="{94891E23-4011-4888-BE2C-96B25DB44B6C}" type="presOf" srcId="{7DB3F375-3C3B-41E2-B195-7A441F1C3D53}" destId="{23554040-0D56-4C8A-ADC7-D71D6571E02E}" srcOrd="0" destOrd="1" presId="urn:microsoft.com/office/officeart/2018/5/layout/CenteredIconLabelDescriptionList"/>
    <dgm:cxn modelId="{E318E62A-EB43-4250-921C-0EDEFE68DD2A}" srcId="{F1170A38-C4E3-4FFA-BA43-CE620E3A9149}" destId="{88EF9892-420E-478A-B584-BD2E28607E10}" srcOrd="1" destOrd="0" parTransId="{2DA2F16D-49AB-4B32-A343-41D1407453B1}" sibTransId="{5DD0CA7B-5B69-41FD-9E79-77E834AD1FEC}"/>
    <dgm:cxn modelId="{1F64873F-F2A3-4FC9-883D-C6B0315A8C8F}" srcId="{88EF9892-420E-478A-B584-BD2E28607E10}" destId="{5E98FCAD-AB04-4C67-845B-5329D7833CC7}" srcOrd="1" destOrd="0" parTransId="{2DB30EAD-2657-4AC4-8EC6-866C1EBE06F8}" sibTransId="{ED0D895C-0240-4726-9390-B6E898F4C39C}"/>
    <dgm:cxn modelId="{D5FDEB6F-B86E-4032-8BCC-89185B06A9C3}" srcId="{2B6CF88F-F30F-4CDD-AF11-7341FDEDF70F}" destId="{F4F3F8E0-9BE5-476B-BFDF-76756D1322EF}" srcOrd="2" destOrd="0" parTransId="{DB52C394-F354-4B10-9EEF-7764D314B0A8}" sibTransId="{A4A7BC25-B94B-4606-8791-10BF70824EB1}"/>
    <dgm:cxn modelId="{16493F7C-1315-4C99-955C-307A9A0FB08D}" srcId="{88EF9892-420E-478A-B584-BD2E28607E10}" destId="{49CEB0C1-F308-4E44-AD80-7C2FB4961041}" srcOrd="0" destOrd="0" parTransId="{7A5CEA93-32B8-4CB7-8C3A-FCAF642CDA3C}" sibTransId="{352ACF71-C268-45F3-945D-337A283142A9}"/>
    <dgm:cxn modelId="{11F3FD81-C3C9-4163-B801-0ABC08742EC8}" srcId="{2B6CF88F-F30F-4CDD-AF11-7341FDEDF70F}" destId="{7DB3F375-3C3B-41E2-B195-7A441F1C3D53}" srcOrd="1" destOrd="0" parTransId="{701A5CC5-65A6-4152-AB85-C85405039461}" sibTransId="{2312030F-87E6-457E-9050-4434E1037624}"/>
    <dgm:cxn modelId="{5CAA4099-7680-4C7C-BACB-040EC7CB5E61}" type="presOf" srcId="{F1170A38-C4E3-4FFA-BA43-CE620E3A9149}" destId="{47916DFB-DB43-43EA-85BE-E100013530E8}" srcOrd="0" destOrd="0" presId="urn:microsoft.com/office/officeart/2018/5/layout/CenteredIconLabelDescriptionList"/>
    <dgm:cxn modelId="{CB3D399E-99D3-44C2-960E-60901E53C301}" type="presOf" srcId="{2B6CF88F-F30F-4CDD-AF11-7341FDEDF70F}" destId="{AFDC5D53-BBB8-4398-ABE3-D2008894C865}" srcOrd="0" destOrd="0" presId="urn:microsoft.com/office/officeart/2018/5/layout/CenteredIconLabelDescriptionList"/>
    <dgm:cxn modelId="{EB4D079F-3129-4697-819F-408FFFFC4D88}" srcId="{F1170A38-C4E3-4FFA-BA43-CE620E3A9149}" destId="{2B6CF88F-F30F-4CDD-AF11-7341FDEDF70F}" srcOrd="0" destOrd="0" parTransId="{49C0A634-4D49-466A-9653-112FEE5D75E3}" sibTransId="{B0A237F0-4A3E-4D76-943D-03B9FB474275}"/>
    <dgm:cxn modelId="{BE98E1A0-81D5-4955-8916-9C6CD0CFDD84}" type="presOf" srcId="{F4F3F8E0-9BE5-476B-BFDF-76756D1322EF}" destId="{23554040-0D56-4C8A-ADC7-D71D6571E02E}" srcOrd="0" destOrd="2" presId="urn:microsoft.com/office/officeart/2018/5/layout/CenteredIconLabelDescriptionList"/>
    <dgm:cxn modelId="{EF3C00B9-C62B-4754-A9D1-8B0A5E1A5B96}" srcId="{88EF9892-420E-478A-B584-BD2E28607E10}" destId="{B1EFD243-DAE3-445B-B7FD-07A1715E2A94}" srcOrd="2" destOrd="0" parTransId="{5747E9F4-E20F-4410-8FA8-DE49C4E821A8}" sibTransId="{DB9AA389-A50A-4F3E-ACA3-0D30A5C6390A}"/>
    <dgm:cxn modelId="{471865C1-2BC3-4628-885B-03FAAA8B1DBD}" type="presOf" srcId="{49CEB0C1-F308-4E44-AD80-7C2FB4961041}" destId="{127FD469-6C91-4138-9B56-1298254FAFB9}" srcOrd="0" destOrd="0" presId="urn:microsoft.com/office/officeart/2018/5/layout/CenteredIconLabelDescriptionList"/>
    <dgm:cxn modelId="{86CADDF1-F1AB-4C88-80E5-0DD56390EE46}" srcId="{2B6CF88F-F30F-4CDD-AF11-7341FDEDF70F}" destId="{FFBC336F-1CA4-4DC6-A2CB-31E39B52DBFD}" srcOrd="0" destOrd="0" parTransId="{2F90388C-1DFD-4217-8752-6D521C30817E}" sibTransId="{76106360-9505-4C26-9962-109C386EF14D}"/>
    <dgm:cxn modelId="{76491CF3-8D60-4BD4-8A74-A35A757011A1}" type="presOf" srcId="{B1EFD243-DAE3-445B-B7FD-07A1715E2A94}" destId="{127FD469-6C91-4138-9B56-1298254FAFB9}" srcOrd="0" destOrd="2" presId="urn:microsoft.com/office/officeart/2018/5/layout/CenteredIconLabelDescriptionList"/>
    <dgm:cxn modelId="{7C8D90F3-47A8-47DC-9C3F-5EF76EBAEAF5}" type="presOf" srcId="{88EF9892-420E-478A-B584-BD2E28607E10}" destId="{E423D146-1B22-4B5E-8EB5-ADA190F6C9FA}" srcOrd="0" destOrd="0" presId="urn:microsoft.com/office/officeart/2018/5/layout/CenteredIconLabelDescriptionList"/>
    <dgm:cxn modelId="{E66928FF-E5E2-4061-9A6D-D31702170DEF}" type="presOf" srcId="{FFBC336F-1CA4-4DC6-A2CB-31E39B52DBFD}" destId="{23554040-0D56-4C8A-ADC7-D71D6571E02E}" srcOrd="0" destOrd="0" presId="urn:microsoft.com/office/officeart/2018/5/layout/CenteredIconLabelDescriptionList"/>
    <dgm:cxn modelId="{871365D3-58B2-46C2-9C63-7DEF77F3AD75}" type="presParOf" srcId="{47916DFB-DB43-43EA-85BE-E100013530E8}" destId="{7CFBD31A-9C4F-475C-9D87-B942989C805D}" srcOrd="0" destOrd="0" presId="urn:microsoft.com/office/officeart/2018/5/layout/CenteredIconLabelDescriptionList"/>
    <dgm:cxn modelId="{664DD403-AC90-4408-B7ED-949ECE04252C}" type="presParOf" srcId="{7CFBD31A-9C4F-475C-9D87-B942989C805D}" destId="{44742098-D8A1-461E-B8D7-73DB7E40FD4F}" srcOrd="0" destOrd="0" presId="urn:microsoft.com/office/officeart/2018/5/layout/CenteredIconLabelDescriptionList"/>
    <dgm:cxn modelId="{4096BED6-535D-4BD0-8864-4EEF39B29CB8}" type="presParOf" srcId="{7CFBD31A-9C4F-475C-9D87-B942989C805D}" destId="{2DB6ADD5-4B8F-4ABF-AD8B-DBCF082459E1}" srcOrd="1" destOrd="0" presId="urn:microsoft.com/office/officeart/2018/5/layout/CenteredIconLabelDescriptionList"/>
    <dgm:cxn modelId="{C51C1E03-59B0-4A6A-AD24-02CF2052FFA7}" type="presParOf" srcId="{7CFBD31A-9C4F-475C-9D87-B942989C805D}" destId="{AFDC5D53-BBB8-4398-ABE3-D2008894C865}" srcOrd="2" destOrd="0" presId="urn:microsoft.com/office/officeart/2018/5/layout/CenteredIconLabelDescriptionList"/>
    <dgm:cxn modelId="{404A3BC7-2A63-4CF6-89A5-4B66018B5580}" type="presParOf" srcId="{7CFBD31A-9C4F-475C-9D87-B942989C805D}" destId="{787FAA98-10F6-4030-8317-8CEB2AFC5DBB}" srcOrd="3" destOrd="0" presId="urn:microsoft.com/office/officeart/2018/5/layout/CenteredIconLabelDescriptionList"/>
    <dgm:cxn modelId="{986C7195-52AB-46E3-AD7C-627D9A3E3790}" type="presParOf" srcId="{7CFBD31A-9C4F-475C-9D87-B942989C805D}" destId="{23554040-0D56-4C8A-ADC7-D71D6571E02E}" srcOrd="4" destOrd="0" presId="urn:microsoft.com/office/officeart/2018/5/layout/CenteredIconLabelDescriptionList"/>
    <dgm:cxn modelId="{5FE9A27C-EAEC-4B05-B366-910620A197A9}" type="presParOf" srcId="{47916DFB-DB43-43EA-85BE-E100013530E8}" destId="{EE57CBF9-95F4-4D6D-87AD-B8D937259DEB}" srcOrd="1" destOrd="0" presId="urn:microsoft.com/office/officeart/2018/5/layout/CenteredIconLabelDescriptionList"/>
    <dgm:cxn modelId="{274E3719-4C99-43E6-A2E6-A79001E713E5}" type="presParOf" srcId="{47916DFB-DB43-43EA-85BE-E100013530E8}" destId="{23F57D99-803C-48A9-8F78-7E01C6D78358}" srcOrd="2" destOrd="0" presId="urn:microsoft.com/office/officeart/2018/5/layout/CenteredIconLabelDescriptionList"/>
    <dgm:cxn modelId="{2277BD2D-AE06-410A-A6A6-F56DF99E603B}" type="presParOf" srcId="{23F57D99-803C-48A9-8F78-7E01C6D78358}" destId="{DD594735-DF29-4E4C-9BBF-8E3E7BD8213E}" srcOrd="0" destOrd="0" presId="urn:microsoft.com/office/officeart/2018/5/layout/CenteredIconLabelDescriptionList"/>
    <dgm:cxn modelId="{0E479847-0BC5-4237-8566-DDD1810C6FAA}" type="presParOf" srcId="{23F57D99-803C-48A9-8F78-7E01C6D78358}" destId="{6D97E6C7-DC6E-424F-92CA-9E8670A178B4}" srcOrd="1" destOrd="0" presId="urn:microsoft.com/office/officeart/2018/5/layout/CenteredIconLabelDescriptionList"/>
    <dgm:cxn modelId="{028A9166-2B1C-4D43-A17D-38D7E51EF82C}" type="presParOf" srcId="{23F57D99-803C-48A9-8F78-7E01C6D78358}" destId="{E423D146-1B22-4B5E-8EB5-ADA190F6C9FA}" srcOrd="2" destOrd="0" presId="urn:microsoft.com/office/officeart/2018/5/layout/CenteredIconLabelDescriptionList"/>
    <dgm:cxn modelId="{61E83AC3-9A7C-4625-9EDC-B4CF6DBA898A}" type="presParOf" srcId="{23F57D99-803C-48A9-8F78-7E01C6D78358}" destId="{CDD61242-A743-46B7-A825-16D076117D01}" srcOrd="3" destOrd="0" presId="urn:microsoft.com/office/officeart/2018/5/layout/CenteredIconLabelDescriptionList"/>
    <dgm:cxn modelId="{7EEF3BC5-34C0-4CF8-8397-19BF351DB1CC}" type="presParOf" srcId="{23F57D99-803C-48A9-8F78-7E01C6D78358}" destId="{127FD469-6C91-4138-9B56-1298254FAF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EBA7E-2520-4863-8105-51972D4B17E6}">
      <dsp:nvSpPr>
        <dsp:cNvPr id="0" name=""/>
        <dsp:cNvSpPr/>
      </dsp:nvSpPr>
      <dsp:spPr>
        <a:xfrm>
          <a:off x="0" y="0"/>
          <a:ext cx="7820528" cy="7800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Algorithmus: </a:t>
          </a:r>
          <a:r>
            <a:rPr lang="de-DE" sz="2000" b="1" i="0" kern="1200" baseline="0"/>
            <a:t>RandomForestClassifier</a:t>
          </a:r>
          <a:endParaRPr lang="en-US" sz="2000" kern="1200"/>
        </a:p>
      </dsp:txBody>
      <dsp:txXfrm>
        <a:off x="22847" y="22847"/>
        <a:ext cx="6887514" cy="734368"/>
      </dsp:txXfrm>
    </dsp:sp>
    <dsp:sp modelId="{2881614D-E34C-40A5-84E3-097A45022CE0}">
      <dsp:nvSpPr>
        <dsp:cNvPr id="0" name=""/>
        <dsp:cNvSpPr/>
      </dsp:nvSpPr>
      <dsp:spPr>
        <a:xfrm>
          <a:off x="584000" y="888404"/>
          <a:ext cx="7820528" cy="780062"/>
        </a:xfrm>
        <a:prstGeom prst="roundRect">
          <a:avLst>
            <a:gd name="adj" fmla="val 10000"/>
          </a:avLst>
        </a:prstGeom>
        <a:solidFill>
          <a:schemeClr val="accent2">
            <a:hueOff val="2396674"/>
            <a:satOff val="7828"/>
            <a:lumOff val="-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Eingabedaten: numerische Audio-Features aus dem Spotify-Datensatz</a:t>
          </a:r>
          <a:endParaRPr lang="en-US" sz="2000" kern="1200"/>
        </a:p>
      </dsp:txBody>
      <dsp:txXfrm>
        <a:off x="606847" y="911251"/>
        <a:ext cx="6683793" cy="734368"/>
      </dsp:txXfrm>
    </dsp:sp>
    <dsp:sp modelId="{C3999B86-092F-4260-BB6C-047B914A68C2}">
      <dsp:nvSpPr>
        <dsp:cNvPr id="0" name=""/>
        <dsp:cNvSpPr/>
      </dsp:nvSpPr>
      <dsp:spPr>
        <a:xfrm>
          <a:off x="1168001" y="1776808"/>
          <a:ext cx="7820528" cy="780062"/>
        </a:xfrm>
        <a:prstGeom prst="roundRect">
          <a:avLst>
            <a:gd name="adj" fmla="val 10000"/>
          </a:avLst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Reduktion auf die 15 häufigsten Genres zur besseren Trennbarkeit</a:t>
          </a:r>
          <a:endParaRPr lang="en-US" sz="2000" kern="1200"/>
        </a:p>
      </dsp:txBody>
      <dsp:txXfrm>
        <a:off x="1190848" y="1799655"/>
        <a:ext cx="6683793" cy="734368"/>
      </dsp:txXfrm>
    </dsp:sp>
    <dsp:sp modelId="{90324047-0E8F-46C0-9C5B-F3B87B2EBD1A}">
      <dsp:nvSpPr>
        <dsp:cNvPr id="0" name=""/>
        <dsp:cNvSpPr/>
      </dsp:nvSpPr>
      <dsp:spPr>
        <a:xfrm>
          <a:off x="1752001" y="2665212"/>
          <a:ext cx="7820528" cy="780062"/>
        </a:xfrm>
        <a:prstGeom prst="roundRect">
          <a:avLst>
            <a:gd name="adj" fmla="val 10000"/>
          </a:avLst>
        </a:prstGeom>
        <a:solidFill>
          <a:schemeClr val="accent2">
            <a:hueOff val="7190022"/>
            <a:satOff val="23485"/>
            <a:lumOff val="-199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Trainings- und Testdaten im Verhältnis 80/20 aufgeteilt</a:t>
          </a:r>
          <a:endParaRPr lang="en-US" sz="2000" kern="1200"/>
        </a:p>
      </dsp:txBody>
      <dsp:txXfrm>
        <a:off x="1774848" y="2688059"/>
        <a:ext cx="6683793" cy="734368"/>
      </dsp:txXfrm>
    </dsp:sp>
    <dsp:sp modelId="{5C3D7AED-285D-4C82-BF27-0F4BC76A5D93}">
      <dsp:nvSpPr>
        <dsp:cNvPr id="0" name=""/>
        <dsp:cNvSpPr/>
      </dsp:nvSpPr>
      <dsp:spPr>
        <a:xfrm>
          <a:off x="2336002" y="3553616"/>
          <a:ext cx="7820528" cy="780062"/>
        </a:xfrm>
        <a:prstGeom prst="roundRect">
          <a:avLst>
            <a:gd name="adj" fmla="val 10000"/>
          </a:avLst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Ziel: Vorhersage des Genres eines Songs basierend auf Audio-Features</a:t>
          </a:r>
          <a:endParaRPr lang="en-US" sz="2000" kern="1200"/>
        </a:p>
      </dsp:txBody>
      <dsp:txXfrm>
        <a:off x="2358849" y="3576463"/>
        <a:ext cx="6683793" cy="734368"/>
      </dsp:txXfrm>
    </dsp:sp>
    <dsp:sp modelId="{43BAED53-3932-4BBA-A97F-2BC15C57AA7D}">
      <dsp:nvSpPr>
        <dsp:cNvPr id="0" name=""/>
        <dsp:cNvSpPr/>
      </dsp:nvSpPr>
      <dsp:spPr>
        <a:xfrm>
          <a:off x="7313488" y="569878"/>
          <a:ext cx="507040" cy="5070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427572" y="569878"/>
        <a:ext cx="278872" cy="381548"/>
      </dsp:txXfrm>
    </dsp:sp>
    <dsp:sp modelId="{F5F0AC66-0984-4D63-95C2-114764E37311}">
      <dsp:nvSpPr>
        <dsp:cNvPr id="0" name=""/>
        <dsp:cNvSpPr/>
      </dsp:nvSpPr>
      <dsp:spPr>
        <a:xfrm>
          <a:off x="7897488" y="1458282"/>
          <a:ext cx="507040" cy="5070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137757"/>
            <a:satOff val="436"/>
            <a:lumOff val="-154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137757"/>
              <a:satOff val="436"/>
              <a:lumOff val="-15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011572" y="1458282"/>
        <a:ext cx="278872" cy="381548"/>
      </dsp:txXfrm>
    </dsp:sp>
    <dsp:sp modelId="{B11151D3-3F8B-44EA-AA1E-2A2D92A002D4}">
      <dsp:nvSpPr>
        <dsp:cNvPr id="0" name=""/>
        <dsp:cNvSpPr/>
      </dsp:nvSpPr>
      <dsp:spPr>
        <a:xfrm>
          <a:off x="8481489" y="2333686"/>
          <a:ext cx="507040" cy="5070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275513"/>
            <a:satOff val="873"/>
            <a:lumOff val="-308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275513"/>
              <a:satOff val="873"/>
              <a:lumOff val="-30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595573" y="2333686"/>
        <a:ext cx="278872" cy="381548"/>
      </dsp:txXfrm>
    </dsp:sp>
    <dsp:sp modelId="{DCCD40C3-A870-40A5-9BA2-B70838921232}">
      <dsp:nvSpPr>
        <dsp:cNvPr id="0" name=""/>
        <dsp:cNvSpPr/>
      </dsp:nvSpPr>
      <dsp:spPr>
        <a:xfrm>
          <a:off x="9065490" y="3230757"/>
          <a:ext cx="507040" cy="5070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413270"/>
            <a:satOff val="1309"/>
            <a:lumOff val="-463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413270"/>
              <a:satOff val="1309"/>
              <a:lumOff val="-46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179574" y="3230757"/>
        <a:ext cx="278872" cy="381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C40E6-D77A-4A46-B3D5-D5E89728F80D}">
      <dsp:nvSpPr>
        <dsp:cNvPr id="0" name=""/>
        <dsp:cNvSpPr/>
      </dsp:nvSpPr>
      <dsp:spPr>
        <a:xfrm>
          <a:off x="0" y="36185"/>
          <a:ext cx="7003777" cy="1112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i="0" kern="1200" baseline="0"/>
            <a:t>Songlänge vs. Popularität:</a:t>
          </a:r>
          <a:endParaRPr lang="en-US" sz="2800" kern="1200"/>
        </a:p>
      </dsp:txBody>
      <dsp:txXfrm>
        <a:off x="54298" y="90483"/>
        <a:ext cx="6895181" cy="1003708"/>
      </dsp:txXfrm>
    </dsp:sp>
    <dsp:sp modelId="{67450CB6-7BFE-4CDE-8E2C-E99306FF1B20}">
      <dsp:nvSpPr>
        <dsp:cNvPr id="0" name=""/>
        <dsp:cNvSpPr/>
      </dsp:nvSpPr>
      <dsp:spPr>
        <a:xfrm>
          <a:off x="0" y="1148490"/>
          <a:ext cx="7003777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3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0" i="0" kern="1200" baseline="0"/>
            <a:t>Analyse der Beziehung zwischen Dauer eines Songs und seiner Beliebtheit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0" i="0" kern="1200" baseline="0"/>
            <a:t>Ergebnis: geringe bis moderate Korrelation</a:t>
          </a:r>
          <a:endParaRPr lang="en-US" sz="2200" kern="1200"/>
        </a:p>
      </dsp:txBody>
      <dsp:txXfrm>
        <a:off x="0" y="1148490"/>
        <a:ext cx="7003777" cy="1072260"/>
      </dsp:txXfrm>
    </dsp:sp>
    <dsp:sp modelId="{570A0D10-1376-472F-BE00-F3D206D02ADA}">
      <dsp:nvSpPr>
        <dsp:cNvPr id="0" name=""/>
        <dsp:cNvSpPr/>
      </dsp:nvSpPr>
      <dsp:spPr>
        <a:xfrm>
          <a:off x="0" y="2220750"/>
          <a:ext cx="7003777" cy="1112304"/>
        </a:xfrm>
        <a:prstGeom prst="roundRect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i="0" kern="1200" baseline="0"/>
            <a:t>Energy vs. Tempo:</a:t>
          </a:r>
          <a:endParaRPr lang="en-US" sz="2800" kern="1200"/>
        </a:p>
      </dsp:txBody>
      <dsp:txXfrm>
        <a:off x="54298" y="2275048"/>
        <a:ext cx="6895181" cy="1003708"/>
      </dsp:txXfrm>
    </dsp:sp>
    <dsp:sp modelId="{EC3A5CF2-434D-4135-88EE-10E14B9DF723}">
      <dsp:nvSpPr>
        <dsp:cNvPr id="0" name=""/>
        <dsp:cNvSpPr/>
      </dsp:nvSpPr>
      <dsp:spPr>
        <a:xfrm>
          <a:off x="0" y="3333054"/>
          <a:ext cx="7003777" cy="136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3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0" i="0" kern="1200" baseline="0"/>
            <a:t>Untersuchung des Zusammenhangs zwischen Energielevel und Geschwindigkeit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b="0" i="0" kern="1200" baseline="0"/>
            <a:t>Ergebnis: positiver Zusammenhang bei bestimmten Genres</a:t>
          </a:r>
          <a:endParaRPr lang="en-US" sz="2200" kern="1200"/>
        </a:p>
      </dsp:txBody>
      <dsp:txXfrm>
        <a:off x="0" y="3333054"/>
        <a:ext cx="7003777" cy="1362060"/>
      </dsp:txXfrm>
    </dsp:sp>
    <dsp:sp modelId="{E5CA7715-3850-4547-A495-7165D4C06E24}">
      <dsp:nvSpPr>
        <dsp:cNvPr id="0" name=""/>
        <dsp:cNvSpPr/>
      </dsp:nvSpPr>
      <dsp:spPr>
        <a:xfrm>
          <a:off x="0" y="4695114"/>
          <a:ext cx="7003777" cy="1112304"/>
        </a:xfrm>
        <a:prstGeom prst="roundRect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i="0" kern="1200" baseline="0"/>
            <a:t>Visualisierungen: Scatterplots und Korrelationsdiagramme</a:t>
          </a:r>
          <a:endParaRPr lang="en-US" sz="2800" kern="1200"/>
        </a:p>
      </dsp:txBody>
      <dsp:txXfrm>
        <a:off x="54298" y="4749412"/>
        <a:ext cx="6895181" cy="10037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507CA-2BB1-4F94-92FB-726D4F236B93}">
      <dsp:nvSpPr>
        <dsp:cNvPr id="0" name=""/>
        <dsp:cNvSpPr/>
      </dsp:nvSpPr>
      <dsp:spPr>
        <a:xfrm>
          <a:off x="2103120" y="1144"/>
          <a:ext cx="8412480" cy="11731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97968" rIns="163225" bIns="2979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Kombination persönlicher Hördaten mit großem Spotify-Datensatz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Vielfältige Audio-Features ermöglichen detaillierte Analysen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Verständliche Visualisierungen</a:t>
          </a:r>
          <a:endParaRPr lang="en-US" sz="1100" kern="1200"/>
        </a:p>
      </dsp:txBody>
      <dsp:txXfrm>
        <a:off x="2103120" y="1144"/>
        <a:ext cx="8412480" cy="1173100"/>
      </dsp:txXfrm>
    </dsp:sp>
    <dsp:sp modelId="{ABF73940-466B-4698-9AB0-AB7290F93FCC}">
      <dsp:nvSpPr>
        <dsp:cNvPr id="0" name=""/>
        <dsp:cNvSpPr/>
      </dsp:nvSpPr>
      <dsp:spPr>
        <a:xfrm>
          <a:off x="0" y="1144"/>
          <a:ext cx="2103120" cy="11731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15876" rIns="111290" bIns="11587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i="0" kern="1200" baseline="0"/>
            <a:t>Stärken:</a:t>
          </a:r>
          <a:endParaRPr lang="en-US" sz="1400" kern="1200"/>
        </a:p>
      </dsp:txBody>
      <dsp:txXfrm>
        <a:off x="0" y="1144"/>
        <a:ext cx="2103120" cy="1173100"/>
      </dsp:txXfrm>
    </dsp:sp>
    <dsp:sp modelId="{BC25DA43-A436-4A70-A37A-22F8483C6C89}">
      <dsp:nvSpPr>
        <dsp:cNvPr id="0" name=""/>
        <dsp:cNvSpPr/>
      </dsp:nvSpPr>
      <dsp:spPr>
        <a:xfrm>
          <a:off x="2103120" y="1244631"/>
          <a:ext cx="8412480" cy="11731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97968" rIns="163225" bIns="2979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Überlappende Genres erschweren die Klassifikation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Genauigkeit ausbaufähig</a:t>
          </a:r>
          <a:endParaRPr lang="en-US" sz="1100" kern="1200"/>
        </a:p>
      </dsp:txBody>
      <dsp:txXfrm>
        <a:off x="2103120" y="1244631"/>
        <a:ext cx="8412480" cy="1173100"/>
      </dsp:txXfrm>
    </dsp:sp>
    <dsp:sp modelId="{E4D1D945-5387-498E-A51D-B1B8C006D834}">
      <dsp:nvSpPr>
        <dsp:cNvPr id="0" name=""/>
        <dsp:cNvSpPr/>
      </dsp:nvSpPr>
      <dsp:spPr>
        <a:xfrm>
          <a:off x="0" y="1244631"/>
          <a:ext cx="2103120" cy="11731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15876" rIns="111290" bIns="11587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i="0" kern="1200" baseline="0"/>
            <a:t>Schwächen:</a:t>
          </a:r>
          <a:endParaRPr lang="en-US" sz="1400" kern="1200"/>
        </a:p>
      </dsp:txBody>
      <dsp:txXfrm>
        <a:off x="0" y="1244631"/>
        <a:ext cx="2103120" cy="1173100"/>
      </dsp:txXfrm>
    </dsp:sp>
    <dsp:sp modelId="{9AF50643-9C59-4E52-8D6A-A1453F8BE241}">
      <dsp:nvSpPr>
        <dsp:cNvPr id="0" name=""/>
        <dsp:cNvSpPr/>
      </dsp:nvSpPr>
      <dsp:spPr>
        <a:xfrm>
          <a:off x="2103120" y="2488117"/>
          <a:ext cx="8412480" cy="11731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97968" rIns="163225" bIns="2979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Einige Genres lassen sich klar trennen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0" i="0" kern="1200" baseline="0"/>
            <a:t>Bei ähnlichen Genres sind erweiterte Modelle sinnvoll</a:t>
          </a:r>
          <a:endParaRPr lang="en-US" sz="1100" kern="1200"/>
        </a:p>
      </dsp:txBody>
      <dsp:txXfrm>
        <a:off x="2103120" y="2488117"/>
        <a:ext cx="8412480" cy="1173100"/>
      </dsp:txXfrm>
    </dsp:sp>
    <dsp:sp modelId="{722E6FF5-FDD1-45BA-A775-E11F589916CC}">
      <dsp:nvSpPr>
        <dsp:cNvPr id="0" name=""/>
        <dsp:cNvSpPr/>
      </dsp:nvSpPr>
      <dsp:spPr>
        <a:xfrm>
          <a:off x="0" y="2488117"/>
          <a:ext cx="2103120" cy="11731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15876" rIns="111290" bIns="11587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i="0" kern="1200" baseline="0"/>
            <a:t>Erkenntnisse:</a:t>
          </a:r>
          <a:endParaRPr lang="en-US" sz="1400" kern="1200"/>
        </a:p>
      </dsp:txBody>
      <dsp:txXfrm>
        <a:off x="0" y="2488117"/>
        <a:ext cx="2103120" cy="11731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42098-D8A1-461E-B8D7-73DB7E40FD4F}">
      <dsp:nvSpPr>
        <dsp:cNvPr id="0" name=""/>
        <dsp:cNvSpPr/>
      </dsp:nvSpPr>
      <dsp:spPr>
        <a:xfrm>
          <a:off x="2032704" y="31207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C5D53-BBB8-4398-ABE3-D2008894C865}">
      <dsp:nvSpPr>
        <dsp:cNvPr id="0" name=""/>
        <dsp:cNvSpPr/>
      </dsp:nvSpPr>
      <dsp:spPr>
        <a:xfrm>
          <a:off x="628703" y="199843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i="0" kern="1200" baseline="0"/>
            <a:t>Fazit:</a:t>
          </a:r>
          <a:endParaRPr lang="en-US" sz="3600" kern="1200"/>
        </a:p>
      </dsp:txBody>
      <dsp:txXfrm>
        <a:off x="628703" y="1998433"/>
        <a:ext cx="4320000" cy="648000"/>
      </dsp:txXfrm>
    </dsp:sp>
    <dsp:sp modelId="{23554040-0D56-4C8A-ADC7-D71D6571E02E}">
      <dsp:nvSpPr>
        <dsp:cNvPr id="0" name=""/>
        <dsp:cNvSpPr/>
      </dsp:nvSpPr>
      <dsp:spPr>
        <a:xfrm>
          <a:off x="628703" y="2727528"/>
          <a:ext cx="4320000" cy="163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Genreklassifikation anhand von Audio-Features ist möglich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Nutzerprofilanalyse bietet interessante Einblicke in Hörgewohnheiten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Statistische Auswertungen zeigen Trends wie Songlänge oder Energy-Level</a:t>
          </a:r>
          <a:endParaRPr lang="en-US" sz="1700" kern="1200"/>
        </a:p>
      </dsp:txBody>
      <dsp:txXfrm>
        <a:off x="628703" y="2727528"/>
        <a:ext cx="4320000" cy="1639296"/>
      </dsp:txXfrm>
    </dsp:sp>
    <dsp:sp modelId="{DD594735-DF29-4E4C-9BBF-8E3E7BD8213E}">
      <dsp:nvSpPr>
        <dsp:cNvPr id="0" name=""/>
        <dsp:cNvSpPr/>
      </dsp:nvSpPr>
      <dsp:spPr>
        <a:xfrm>
          <a:off x="7108704" y="31207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3D146-1B22-4B5E-8EB5-ADA190F6C9FA}">
      <dsp:nvSpPr>
        <dsp:cNvPr id="0" name=""/>
        <dsp:cNvSpPr/>
      </dsp:nvSpPr>
      <dsp:spPr>
        <a:xfrm>
          <a:off x="5704704" y="199843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i="0" kern="1200" baseline="0"/>
            <a:t>Ausblick:</a:t>
          </a:r>
          <a:endParaRPr lang="en-US" sz="3600" kern="1200"/>
        </a:p>
      </dsp:txBody>
      <dsp:txXfrm>
        <a:off x="5704704" y="1998433"/>
        <a:ext cx="4320000" cy="648000"/>
      </dsp:txXfrm>
    </dsp:sp>
    <dsp:sp modelId="{127FD469-6C91-4138-9B56-1298254FAFB9}">
      <dsp:nvSpPr>
        <dsp:cNvPr id="0" name=""/>
        <dsp:cNvSpPr/>
      </dsp:nvSpPr>
      <dsp:spPr>
        <a:xfrm>
          <a:off x="5704704" y="2727528"/>
          <a:ext cx="4320000" cy="163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Einsatz komplexerer Modelle (z. B. neuronale Netze, XGBoost)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Einbindung weiterer Datenquellen (z. B. Songtexte)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0" i="0" kern="1200" baseline="0"/>
            <a:t>Erweiterung der Nutzeranalyse um Zeitverläufe und Hörtrends</a:t>
          </a:r>
          <a:endParaRPr lang="en-US" sz="1700" kern="1200"/>
        </a:p>
      </dsp:txBody>
      <dsp:txXfrm>
        <a:off x="5704704" y="2727528"/>
        <a:ext cx="4320000" cy="1639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0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8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0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7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5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4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0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8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6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0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6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5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52" r:id="rId8"/>
    <p:sldLayoutId id="2147483753" r:id="rId9"/>
    <p:sldLayoutId id="2147483754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3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3690BE-B6FE-140D-355E-5697C794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de-DE" sz="3100" dirty="0">
                <a:solidFill>
                  <a:schemeClr val="tx2"/>
                </a:solidFill>
              </a:rPr>
              <a:t>Spotify Analyzer</a:t>
            </a:r>
            <a:br>
              <a:rPr lang="de-DE" sz="3100" dirty="0">
                <a:solidFill>
                  <a:schemeClr val="tx2"/>
                </a:solidFill>
              </a:rPr>
            </a:br>
            <a:br>
              <a:rPr lang="de-DE" sz="3100" dirty="0">
                <a:solidFill>
                  <a:schemeClr val="tx2"/>
                </a:solidFill>
              </a:rPr>
            </a:br>
            <a:r>
              <a:rPr lang="de-DE" sz="3100" dirty="0">
                <a:solidFill>
                  <a:schemeClr val="tx2"/>
                </a:solidFill>
              </a:rPr>
              <a:t>"Spotify-Datenanalyse und Genreklassifikation mit </a:t>
            </a:r>
            <a:r>
              <a:rPr lang="de-DE" sz="3100" dirty="0" err="1">
                <a:solidFill>
                  <a:schemeClr val="tx2"/>
                </a:solidFill>
              </a:rPr>
              <a:t>Machine</a:t>
            </a:r>
            <a:r>
              <a:rPr lang="de-DE" sz="3100" dirty="0">
                <a:solidFill>
                  <a:schemeClr val="tx2"/>
                </a:solidFill>
              </a:rPr>
              <a:t> Learning"</a:t>
            </a:r>
            <a:endParaRPr lang="de-AT" sz="3100" dirty="0">
              <a:solidFill>
                <a:schemeClr val="tx2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093D00-7A05-572D-6BB3-D514B3666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de-AT" sz="2200" dirty="0">
                <a:solidFill>
                  <a:schemeClr val="tx2"/>
                </a:solidFill>
              </a:rPr>
              <a:t>Autoren: Sebastian </a:t>
            </a:r>
            <a:r>
              <a:rPr lang="de-AT" sz="2200" dirty="0" err="1">
                <a:solidFill>
                  <a:schemeClr val="tx2"/>
                </a:solidFill>
              </a:rPr>
              <a:t>Buresch</a:t>
            </a:r>
            <a:r>
              <a:rPr lang="de-AT" sz="2200" dirty="0">
                <a:solidFill>
                  <a:schemeClr val="tx2"/>
                </a:solidFill>
              </a:rPr>
              <a:t>, Marco Lichtenberger, Thomas Elias Huber</a:t>
            </a:r>
          </a:p>
          <a:p>
            <a:pPr algn="l">
              <a:lnSpc>
                <a:spcPct val="100000"/>
              </a:lnSpc>
            </a:pPr>
            <a:endParaRPr lang="de-AT" sz="22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de-AT" sz="2200" dirty="0">
                <a:solidFill>
                  <a:schemeClr val="tx2"/>
                </a:solidFill>
              </a:rPr>
              <a:t>12. August 2025</a:t>
            </a:r>
          </a:p>
        </p:txBody>
      </p:sp>
      <p:pic>
        <p:nvPicPr>
          <p:cNvPr id="17" name="Picture 3" descr="Digitaler Finanzgraph">
            <a:extLst>
              <a:ext uri="{FF2B5EF4-FFF2-40B4-BE49-F238E27FC236}">
                <a16:creationId xmlns:a16="http://schemas.microsoft.com/office/drawing/2014/main" id="{32F52D02-6940-474A-B615-A21B559C8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72" r="14044" b="1"/>
          <a:stretch>
            <a:fillRect/>
          </a:stretch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78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47ED3-B6B7-66EE-6E0B-4B129AFD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Motivation &amp; Zielsetzung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1A76B8-F0FE-E653-4797-4A7EB1D46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Musikstreaming liefert riesige Mengen an Hör- und Metadaten</a:t>
            </a:r>
          </a:p>
          <a:p>
            <a:r>
              <a:rPr lang="de-DE" dirty="0"/>
              <a:t>Analyse dieser Daten ermöglicht Einblicke in persönliche Hörgewohnheiten</a:t>
            </a:r>
          </a:p>
          <a:p>
            <a:r>
              <a:rPr lang="de-DE" dirty="0"/>
              <a:t>Ziele unseres Projekts:</a:t>
            </a:r>
          </a:p>
          <a:p>
            <a:pPr lvl="1"/>
            <a:r>
              <a:rPr lang="de-DE" dirty="0"/>
              <a:t>Erstellung eines individuellen Nutzerprofils</a:t>
            </a:r>
          </a:p>
          <a:p>
            <a:pPr lvl="1"/>
            <a:r>
              <a:rPr lang="de-DE" dirty="0"/>
              <a:t>Automatische Genreklassifikation auf Basis von Audio-Features</a:t>
            </a:r>
          </a:p>
          <a:p>
            <a:pPr lvl="1"/>
            <a:r>
              <a:rPr lang="de-DE" dirty="0"/>
              <a:t>Statistische Auswertungen zu Songlänge, Tempo und Energy-Level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3278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7" name="Picture 16" descr="Lila Licht auf Gadgets">
            <a:extLst>
              <a:ext uri="{FF2B5EF4-FFF2-40B4-BE49-F238E27FC236}">
                <a16:creationId xmlns:a16="http://schemas.microsoft.com/office/drawing/2014/main" id="{7937B310-7521-B566-392A-452F891C7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0" r="7286" b="1"/>
          <a:stretch>
            <a:fillRect/>
          </a:stretch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576834-6CB1-4410-B873-BD8F9E43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de-AT"/>
              <a:t>Datengrundlage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666B8B5-9E65-D916-6338-0506EE240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3200" y="399684"/>
            <a:ext cx="4800600" cy="39359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Spotify Web API:</a:t>
            </a:r>
            <a:endParaRPr kumimoji="0" lang="de-DE" altLang="de-DE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Zugriff auf persönliche Hörgewohnheiten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Daten: Top-Tracks, Künstler, Genres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Spotify Song-Datensatz (~100.000 Songs):</a:t>
            </a:r>
            <a:endParaRPr kumimoji="0" lang="de-DE" altLang="de-DE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Enthält Audio-Features wie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Danceability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	Energy,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Acousticness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Tempo, 	Valence, Instrumentalness, 	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Speechiness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Liveness</a:t>
            </a:r>
            <a:endParaRPr kumimoji="0" lang="de-DE" altLang="de-DE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Jedes Lied ist einem Genre zugeordnet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Enthält Songlänge, Popularität und 	weitere Metadaten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e-DE" altLang="de-DE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DD18AF-4F62-6EEB-6C97-2ED1AB40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de-AT"/>
              <a:t>Explorative Nutzeranalyse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9543FA-2670-E01D-22AD-1EC58BFAF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700">
                <a:solidFill>
                  <a:schemeClr val="tx1"/>
                </a:solidFill>
              </a:rPr>
              <a:t>Abruf der meistgehörten Songs über die Spotify Web API</a:t>
            </a:r>
          </a:p>
          <a:p>
            <a:pPr>
              <a:lnSpc>
                <a:spcPct val="100000"/>
              </a:lnSpc>
            </a:pPr>
            <a:r>
              <a:rPr lang="de-DE" sz="1700">
                <a:solidFill>
                  <a:schemeClr val="tx1"/>
                </a:solidFill>
              </a:rPr>
              <a:t>Ermittlung der zugehörigen Genres der Künstler</a:t>
            </a:r>
          </a:p>
          <a:p>
            <a:pPr>
              <a:lnSpc>
                <a:spcPct val="100000"/>
              </a:lnSpc>
            </a:pPr>
            <a:r>
              <a:rPr lang="de-DE" sz="1700">
                <a:solidFill>
                  <a:schemeClr val="tx1"/>
                </a:solidFill>
              </a:rPr>
              <a:t>Zählen und Visualisieren der häufigsten Genres</a:t>
            </a:r>
          </a:p>
          <a:p>
            <a:pPr>
              <a:lnSpc>
                <a:spcPct val="100000"/>
              </a:lnSpc>
            </a:pPr>
            <a:r>
              <a:rPr lang="de-DE" sz="1700">
                <a:solidFill>
                  <a:schemeClr val="tx1"/>
                </a:solidFill>
              </a:rPr>
              <a:t>Zusammenfassung ähnlicher Genres zu übergeordneten Musikprofilen (z. B. Rock, Pop, Metal)</a:t>
            </a:r>
          </a:p>
          <a:p>
            <a:pPr>
              <a:lnSpc>
                <a:spcPct val="100000"/>
              </a:lnSpc>
            </a:pPr>
            <a:r>
              <a:rPr lang="de-DE" sz="1700">
                <a:solidFill>
                  <a:schemeClr val="tx1"/>
                </a:solidFill>
              </a:rPr>
              <a:t>Erstellung eines groben Nutzerprofils auf Basis dieser Daten</a:t>
            </a:r>
          </a:p>
          <a:p>
            <a:pPr>
              <a:lnSpc>
                <a:spcPct val="100000"/>
              </a:lnSpc>
            </a:pPr>
            <a:endParaRPr lang="de-AT" sz="1700">
              <a:solidFill>
                <a:schemeClr val="tx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5CE6675-BB49-313F-8240-0BEFA451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45362"/>
            <a:ext cx="5973736" cy="344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9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E9F2A-4E06-34F7-79DB-D1C3F08E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AT" sz="4100">
                <a:solidFill>
                  <a:schemeClr val="tx2"/>
                </a:solidFill>
              </a:rPr>
              <a:t>Genreklassifikation mit Machine Learning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E066811-A18A-27AF-45F8-EA6154A41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970786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3967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0" name="Rectangle 5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05E245-E201-E25F-1E8F-0A4673B8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de-AT"/>
              <a:t>Ergebnisse der Genreklassifikation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24D13D-F3EB-9E50-122A-DDAA1CE5FD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45362"/>
            <a:ext cx="4800600" cy="35528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Genauigkeit:</a:t>
            </a: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ca. 49 %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Sehr gute Ergebnisse bei klar abgegrenzten Genres wie Minimal-Techno oder Metalcore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Niedrigere Genauigkeit bei stark überlappenden Genres wie z.B: Rock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Wichtigste Einflussfaktoren: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AutoNum type="arabicPeriod"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Acousticness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AutoNum type="arabicPeriod"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Danceability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AutoNum type="arabicPeriod"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Instrumentalness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Visualisierung: Konfusionsmatrix zur Darstellung typischer Fehlklassifikationen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863CB20-65F4-9DD4-2309-14995C583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615" y="3017463"/>
            <a:ext cx="6750316" cy="345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2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85CE7D-67FE-352F-C821-4A638FAB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de-AT" sz="3700"/>
              <a:t>Statistische Analysen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789A71D-BAE9-D59F-8E74-5A97E45F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98008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232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C74B3F-4D6A-4B38-6ECB-A0E5C51B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4071961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Analyse Length vs Popularity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2D1FED1-25FC-A640-4200-D0C86E2AE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05" y="542126"/>
            <a:ext cx="4474865" cy="3356149"/>
          </a:xfrm>
          <a:prstGeom prst="rect">
            <a:avLst/>
          </a:prstGeom>
        </p:spPr>
      </p:pic>
      <p:pic>
        <p:nvPicPr>
          <p:cNvPr id="5" name="Inhaltsplatzhalter 4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FC8271D-49E1-42AB-DAD2-B9816E075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1" y="609325"/>
            <a:ext cx="5181599" cy="3108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614023-3F38-44EB-8ABB-B52E5B9E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5F9310-ED3E-45B9-9D97-AC0F2C890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Inhaltsplatzhalter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5CEF9A5D-ACB4-AB5A-743F-DEEB5D5BB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3"/>
          <a:stretch>
            <a:fillRect/>
          </a:stretch>
        </p:blipFill>
        <p:spPr>
          <a:xfrm>
            <a:off x="20" y="1376"/>
            <a:ext cx="12191980" cy="68566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3124261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EA7534-1522-B28A-E400-B1F51A1A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523512"/>
            <a:ext cx="6198566" cy="2603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Analyse Energy vs Tempo</a:t>
            </a:r>
          </a:p>
        </p:txBody>
      </p:sp>
    </p:spTree>
    <p:extLst>
      <p:ext uri="{BB962C8B-B14F-4D97-AF65-F5344CB8AC3E}">
        <p14:creationId xmlns:p14="http://schemas.microsoft.com/office/powerpoint/2010/main" val="15562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96FD85-832D-D467-1FB8-B8BAC00A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de-AT" dirty="0"/>
              <a:t>Analyseergebnisse im Überblick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5EE09EF-C7CA-E3EC-A3E7-469B6B0C7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246122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052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BD73D000-4B17-B520-C397-2441436E0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732990"/>
              </p:ext>
            </p:extLst>
          </p:nvPr>
        </p:nvGraphicFramePr>
        <p:xfrm>
          <a:off x="752273" y="758758"/>
          <a:ext cx="10653408" cy="4678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8333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C0DF56-79AF-A031-90CE-F7ADA39D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675009"/>
          </a:xfrm>
        </p:spPr>
        <p:txBody>
          <a:bodyPr anchor="t">
            <a:norm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Quellen</a:t>
            </a:r>
            <a:endParaRPr lang="de-AT" dirty="0">
              <a:solidFill>
                <a:schemeClr val="tx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D1DD-B88B-76FD-626F-6B2621963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100" y="1397317"/>
            <a:ext cx="8976545" cy="4375079"/>
          </a:xfrm>
        </p:spPr>
        <p:txBody>
          <a:bodyPr anchor="ctr">
            <a:normAutofit/>
          </a:bodyPr>
          <a:lstStyle/>
          <a:p>
            <a:r>
              <a:rPr lang="de-AT" sz="1800" dirty="0">
                <a:solidFill>
                  <a:schemeClr val="tx2"/>
                </a:solidFill>
              </a:rPr>
              <a:t>- Spotify Developer. (2023). Spotify Web API </a:t>
            </a:r>
            <a:r>
              <a:rPr lang="de-AT" sz="1800" dirty="0" err="1">
                <a:solidFill>
                  <a:schemeClr val="tx2"/>
                </a:solidFill>
              </a:rPr>
              <a:t>Documentation</a:t>
            </a:r>
            <a:r>
              <a:rPr lang="de-AT" sz="1800" dirty="0">
                <a:solidFill>
                  <a:schemeClr val="tx2"/>
                </a:solidFill>
              </a:rPr>
              <a:t>. https://developer.spotify.com/documentation/web-api/ </a:t>
            </a:r>
          </a:p>
          <a:p>
            <a:r>
              <a:rPr lang="de-AT" sz="1800" dirty="0">
                <a:solidFill>
                  <a:schemeClr val="tx2"/>
                </a:solidFill>
              </a:rPr>
              <a:t>- </a:t>
            </a:r>
            <a:r>
              <a:rPr lang="de-AT" sz="1800" dirty="0" err="1">
                <a:solidFill>
                  <a:schemeClr val="tx2"/>
                </a:solidFill>
              </a:rPr>
              <a:t>Kaggle</a:t>
            </a:r>
            <a:r>
              <a:rPr lang="de-AT" sz="1800" dirty="0">
                <a:solidFill>
                  <a:schemeClr val="tx2"/>
                </a:solidFill>
              </a:rPr>
              <a:t>. (2023). Spotify Dataset. https://www.kaggle.com/datasets </a:t>
            </a:r>
          </a:p>
          <a:p>
            <a:r>
              <a:rPr lang="de-AT" sz="1800" dirty="0">
                <a:solidFill>
                  <a:schemeClr val="tx2"/>
                </a:solidFill>
              </a:rPr>
              <a:t>- </a:t>
            </a:r>
            <a:r>
              <a:rPr lang="de-AT" sz="1800" dirty="0" err="1">
                <a:solidFill>
                  <a:schemeClr val="tx2"/>
                </a:solidFill>
              </a:rPr>
              <a:t>Pedregosa</a:t>
            </a:r>
            <a:r>
              <a:rPr lang="de-AT" sz="1800" dirty="0">
                <a:solidFill>
                  <a:schemeClr val="tx2"/>
                </a:solidFill>
              </a:rPr>
              <a:t>, F. et al. (2011). </a:t>
            </a:r>
            <a:r>
              <a:rPr lang="de-AT" sz="1800" dirty="0" err="1">
                <a:solidFill>
                  <a:schemeClr val="tx2"/>
                </a:solidFill>
              </a:rPr>
              <a:t>Scikit-learn</a:t>
            </a:r>
            <a:r>
              <a:rPr lang="de-AT" sz="1800" dirty="0">
                <a:solidFill>
                  <a:schemeClr val="tx2"/>
                </a:solidFill>
              </a:rPr>
              <a:t>: </a:t>
            </a:r>
            <a:r>
              <a:rPr lang="de-AT" sz="1800" dirty="0" err="1">
                <a:solidFill>
                  <a:schemeClr val="tx2"/>
                </a:solidFill>
              </a:rPr>
              <a:t>Machine</a:t>
            </a:r>
            <a:r>
              <a:rPr lang="de-AT" sz="1800" dirty="0">
                <a:solidFill>
                  <a:schemeClr val="tx2"/>
                </a:solidFill>
              </a:rPr>
              <a:t> Learning in Python. Journal </a:t>
            </a:r>
            <a:r>
              <a:rPr lang="de-AT" sz="1800" dirty="0" err="1">
                <a:solidFill>
                  <a:schemeClr val="tx2"/>
                </a:solidFill>
              </a:rPr>
              <a:t>of</a:t>
            </a:r>
            <a:r>
              <a:rPr lang="de-AT" sz="1800" dirty="0">
                <a:solidFill>
                  <a:schemeClr val="tx2"/>
                </a:solidFill>
              </a:rPr>
              <a:t> </a:t>
            </a:r>
            <a:r>
              <a:rPr lang="de-AT" sz="1800" dirty="0" err="1">
                <a:solidFill>
                  <a:schemeClr val="tx2"/>
                </a:solidFill>
              </a:rPr>
              <a:t>Machine</a:t>
            </a:r>
            <a:r>
              <a:rPr lang="de-AT" sz="1800" dirty="0">
                <a:solidFill>
                  <a:schemeClr val="tx2"/>
                </a:solidFill>
              </a:rPr>
              <a:t> Learning Research, 12, 2825–2830. </a:t>
            </a:r>
          </a:p>
          <a:p>
            <a:r>
              <a:rPr lang="de-AT" sz="1800" dirty="0">
                <a:solidFill>
                  <a:schemeClr val="tx2"/>
                </a:solidFill>
              </a:rPr>
              <a:t>- Python </a:t>
            </a:r>
            <a:r>
              <a:rPr lang="de-AT" sz="1800" dirty="0" err="1">
                <a:solidFill>
                  <a:schemeClr val="tx2"/>
                </a:solidFill>
              </a:rPr>
              <a:t>Docx</a:t>
            </a:r>
            <a:r>
              <a:rPr lang="de-AT" sz="1800" dirty="0">
                <a:solidFill>
                  <a:schemeClr val="tx2"/>
                </a:solidFill>
              </a:rPr>
              <a:t>. (2023). Create and Update Word </a:t>
            </a:r>
            <a:r>
              <a:rPr lang="de-AT" sz="1800" dirty="0" err="1">
                <a:solidFill>
                  <a:schemeClr val="tx2"/>
                </a:solidFill>
              </a:rPr>
              <a:t>Documents</a:t>
            </a:r>
            <a:r>
              <a:rPr lang="de-AT" sz="1800" dirty="0">
                <a:solidFill>
                  <a:schemeClr val="tx2"/>
                </a:solidFill>
              </a:rPr>
              <a:t>. https:// python-docx.readthedocs.io/</a:t>
            </a:r>
          </a:p>
        </p:txBody>
      </p:sp>
    </p:spTree>
    <p:extLst>
      <p:ext uri="{BB962C8B-B14F-4D97-AF65-F5344CB8AC3E}">
        <p14:creationId xmlns:p14="http://schemas.microsoft.com/office/powerpoint/2010/main" val="379886351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Breitbild</PresentationFormat>
  <Paragraphs>74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AvenirNext LT Pro Medium</vt:lpstr>
      <vt:lpstr>BlockprintVTI</vt:lpstr>
      <vt:lpstr>Spotify Analyzer  "Spotify-Datenanalyse und Genreklassifikation mit Machine Learning"</vt:lpstr>
      <vt:lpstr>Motivation &amp; Zielsetzung</vt:lpstr>
      <vt:lpstr>Datengrundlage</vt:lpstr>
      <vt:lpstr>Explorative Nutzeranalyse</vt:lpstr>
      <vt:lpstr>Genreklassifikation mit Machine Learning</vt:lpstr>
      <vt:lpstr>Ergebnisse der Genreklassifikation</vt:lpstr>
      <vt:lpstr>Statistische Analysen</vt:lpstr>
      <vt:lpstr>Analyse Length vs Popularity</vt:lpstr>
      <vt:lpstr>Analyse Energy vs Tempo</vt:lpstr>
      <vt:lpstr>Analyseergebnisse im Überblick</vt:lpstr>
      <vt:lpstr>PowerPoint-Präsentation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Lichtenberger</dc:creator>
  <cp:lastModifiedBy>Marco Lichtenberger</cp:lastModifiedBy>
  <cp:revision>6</cp:revision>
  <dcterms:created xsi:type="dcterms:W3CDTF">2025-08-12T06:48:15Z</dcterms:created>
  <dcterms:modified xsi:type="dcterms:W3CDTF">2025-08-12T07:43:23Z</dcterms:modified>
</cp:coreProperties>
</file>